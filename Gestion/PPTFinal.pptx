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87" r:id="rId4"/>
    <p:sldId id="288" r:id="rId5"/>
    <p:sldId id="289" r:id="rId6"/>
    <p:sldId id="290" r:id="rId7"/>
    <p:sldId id="284" r:id="rId8"/>
    <p:sldId id="275" r:id="rId9"/>
    <p:sldId id="276" r:id="rId10"/>
    <p:sldId id="277" r:id="rId11"/>
    <p:sldId id="278" r:id="rId12"/>
    <p:sldId id="274" r:id="rId13"/>
    <p:sldId id="279" r:id="rId14"/>
    <p:sldId id="280" r:id="rId15"/>
    <p:sldId id="281" r:id="rId16"/>
    <p:sldId id="286" r:id="rId17"/>
    <p:sldId id="285" r:id="rId18"/>
  </p:sldIdLst>
  <p:sldSz cx="12190413" cy="7021513"/>
  <p:notesSz cx="6858000" cy="9144000"/>
  <p:defaultTextStyle>
    <a:defPPr>
      <a:defRPr lang="en-US"/>
    </a:defPPr>
    <a:lvl1pPr marL="0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95457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90915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86372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381829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977286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572744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168201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763658" algn="l" defTabSz="595457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212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6E0C9"/>
    <a:srgbClr val="0F2239"/>
    <a:srgbClr val="008080"/>
    <a:srgbClr val="00CD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6" autoAdjust="0"/>
  </p:normalViewPr>
  <p:slideViewPr>
    <p:cSldViewPr snapToGrid="0" snapToObjects="1">
      <p:cViewPr varScale="1">
        <p:scale>
          <a:sx n="76" d="100"/>
          <a:sy n="76" d="100"/>
        </p:scale>
        <p:origin x="917" y="62"/>
      </p:cViewPr>
      <p:guideLst>
        <p:guide orient="horz" pos="2160"/>
        <p:guide pos="2880"/>
        <p:guide orient="horz" pos="22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-2748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7E8DA7-E228-47D3-9F78-6DD927687895}" type="doc">
      <dgm:prSet loTypeId="urn:microsoft.com/office/officeart/2005/8/layout/vList4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FD8AF8D3-F440-4971-8351-3E4B92736ED8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l"/>
          <a:r>
            <a:rPr lang="es-CL" sz="2600" b="1" dirty="0">
              <a:solidFill>
                <a:srgbClr val="0F2239"/>
              </a:solidFill>
            </a:rPr>
            <a:t>Javier Alejandro Aliaga Moreno</a:t>
          </a:r>
        </a:p>
      </dgm:t>
    </dgm:pt>
    <dgm:pt modelId="{BA955A14-795D-44E4-AA37-4DC7492C6A2A}" type="parTrans" cxnId="{5880481B-3E65-48F0-9C40-53D675C52175}">
      <dgm:prSet/>
      <dgm:spPr/>
      <dgm:t>
        <a:bodyPr/>
        <a:lstStyle/>
        <a:p>
          <a:endParaRPr lang="es-CL"/>
        </a:p>
      </dgm:t>
    </dgm:pt>
    <dgm:pt modelId="{39DCA150-E059-41DA-9A71-16FB67C76684}" type="sibTrans" cxnId="{5880481B-3E65-48F0-9C40-53D675C52175}">
      <dgm:prSet/>
      <dgm:spPr/>
      <dgm:t>
        <a:bodyPr/>
        <a:lstStyle/>
        <a:p>
          <a:endParaRPr lang="es-CL"/>
        </a:p>
      </dgm:t>
    </dgm:pt>
    <dgm:pt modelId="{1C825696-8AC5-430D-BE21-380E88028103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l"/>
          <a:r>
            <a:rPr lang="es-CL" sz="2600" b="1" dirty="0">
              <a:solidFill>
                <a:srgbClr val="0F2239"/>
              </a:solidFill>
            </a:rPr>
            <a:t>Javiera Paz Apablaza Lorca</a:t>
          </a:r>
        </a:p>
      </dgm:t>
    </dgm:pt>
    <dgm:pt modelId="{913D9A61-F903-4053-99D7-44F595E9F4A0}" type="parTrans" cxnId="{35E69642-2A72-4538-A281-5142F8FC8700}">
      <dgm:prSet/>
      <dgm:spPr/>
      <dgm:t>
        <a:bodyPr/>
        <a:lstStyle/>
        <a:p>
          <a:endParaRPr lang="es-CL"/>
        </a:p>
      </dgm:t>
    </dgm:pt>
    <dgm:pt modelId="{36DCD081-E795-4BB1-9164-A49F188CF529}" type="sibTrans" cxnId="{35E69642-2A72-4538-A281-5142F8FC8700}">
      <dgm:prSet/>
      <dgm:spPr/>
      <dgm:t>
        <a:bodyPr/>
        <a:lstStyle/>
        <a:p>
          <a:endParaRPr lang="es-CL"/>
        </a:p>
      </dgm:t>
    </dgm:pt>
    <dgm:pt modelId="{842AFCA4-106E-4AA0-B525-A88A2B622B2A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Frontend, experiencia de usuario y pruebas.</a:t>
          </a:r>
        </a:p>
      </dgm:t>
    </dgm:pt>
    <dgm:pt modelId="{1C13CB72-FBD9-49BF-B89B-8AFC9414BFBD}" type="parTrans" cxnId="{76C06810-F9DD-41C1-9F2D-61B16750E831}">
      <dgm:prSet/>
      <dgm:spPr/>
      <dgm:t>
        <a:bodyPr/>
        <a:lstStyle/>
        <a:p>
          <a:endParaRPr lang="es-CL"/>
        </a:p>
      </dgm:t>
    </dgm:pt>
    <dgm:pt modelId="{A40F49CA-E9DB-4E21-B942-C9A964BEB8AC}" type="sibTrans" cxnId="{76C06810-F9DD-41C1-9F2D-61B16750E831}">
      <dgm:prSet/>
      <dgm:spPr/>
      <dgm:t>
        <a:bodyPr/>
        <a:lstStyle/>
        <a:p>
          <a:endParaRPr lang="es-CL"/>
        </a:p>
      </dgm:t>
    </dgm:pt>
    <dgm:pt modelId="{CD916927-1A94-4054-A0D2-D446D0B8AF63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Documentación y testing funcional.</a:t>
          </a:r>
        </a:p>
      </dgm:t>
    </dgm:pt>
    <dgm:pt modelId="{CE0006E1-F2E1-4A08-96EA-3025D29A2ED9}" type="parTrans" cxnId="{F3D051BE-E19E-4882-822C-5AB57CEA5433}">
      <dgm:prSet/>
      <dgm:spPr/>
      <dgm:t>
        <a:bodyPr/>
        <a:lstStyle/>
        <a:p>
          <a:endParaRPr lang="es-CL"/>
        </a:p>
      </dgm:t>
    </dgm:pt>
    <dgm:pt modelId="{F896F0C4-FEE2-4B47-A834-9214AAF75AE9}" type="sibTrans" cxnId="{F3D051BE-E19E-4882-822C-5AB57CEA5433}">
      <dgm:prSet/>
      <dgm:spPr/>
      <dgm:t>
        <a:bodyPr/>
        <a:lstStyle/>
        <a:p>
          <a:endParaRPr lang="es-CL"/>
        </a:p>
      </dgm:t>
    </dgm:pt>
    <dgm:pt modelId="{D3CA9F90-1ACE-4549-972A-A09D585208B6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Integración Tavily + Ollama</a:t>
          </a:r>
        </a:p>
      </dgm:t>
    </dgm:pt>
    <dgm:pt modelId="{6502052A-E142-415C-9B18-B02BAAC99D25}" type="sibTrans" cxnId="{446186E0-EC3F-49AB-BDD1-6E90A00829C9}">
      <dgm:prSet/>
      <dgm:spPr/>
      <dgm:t>
        <a:bodyPr/>
        <a:lstStyle/>
        <a:p>
          <a:endParaRPr lang="es-CL"/>
        </a:p>
      </dgm:t>
    </dgm:pt>
    <dgm:pt modelId="{7CF6B633-4947-41B2-8A5D-7DC155427BDE}" type="parTrans" cxnId="{446186E0-EC3F-49AB-BDD1-6E90A00829C9}">
      <dgm:prSet/>
      <dgm:spPr/>
      <dgm:t>
        <a:bodyPr/>
        <a:lstStyle/>
        <a:p>
          <a:endParaRPr lang="es-CL"/>
        </a:p>
      </dgm:t>
    </dgm:pt>
    <dgm:pt modelId="{D0B19095-C1D1-4132-8B98-F6EF5C8EFABB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Backend, base de datos e integración.</a:t>
          </a:r>
        </a:p>
      </dgm:t>
    </dgm:pt>
    <dgm:pt modelId="{19125C29-6B6B-4C44-86E6-464FA3E02117}" type="sibTrans" cxnId="{E6F99709-9FFD-4E14-82FC-655AB40FA077}">
      <dgm:prSet/>
      <dgm:spPr/>
      <dgm:t>
        <a:bodyPr/>
        <a:lstStyle/>
        <a:p>
          <a:endParaRPr lang="es-CL"/>
        </a:p>
      </dgm:t>
    </dgm:pt>
    <dgm:pt modelId="{7FD8A0BA-C3CD-4D5C-B37F-24FBBFF046CA}" type="parTrans" cxnId="{E6F99709-9FFD-4E14-82FC-655AB40FA077}">
      <dgm:prSet/>
      <dgm:spPr/>
      <dgm:t>
        <a:bodyPr/>
        <a:lstStyle/>
        <a:p>
          <a:endParaRPr lang="es-CL"/>
        </a:p>
      </dgm:t>
    </dgm:pt>
    <dgm:pt modelId="{0E82F135-B6E3-499A-BBE9-34C3B012EF8C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Node.js - Express -  MySQL</a:t>
          </a:r>
        </a:p>
      </dgm:t>
    </dgm:pt>
    <dgm:pt modelId="{3A45E5B4-29E8-49F2-BC56-CF2E5B98660C}" type="parTrans" cxnId="{1480D7BA-6128-45A9-ADF5-F0407965D621}">
      <dgm:prSet/>
      <dgm:spPr/>
      <dgm:t>
        <a:bodyPr/>
        <a:lstStyle/>
        <a:p>
          <a:endParaRPr lang="es-CL"/>
        </a:p>
      </dgm:t>
    </dgm:pt>
    <dgm:pt modelId="{F2A7F60A-204D-4117-B28B-E0783B977440}" type="sibTrans" cxnId="{1480D7BA-6128-45A9-ADF5-F0407965D621}">
      <dgm:prSet/>
      <dgm:spPr/>
      <dgm:t>
        <a:bodyPr/>
        <a:lstStyle/>
        <a:p>
          <a:endParaRPr lang="es-CL"/>
        </a:p>
      </dgm:t>
    </dgm:pt>
    <dgm:pt modelId="{E48CA051-6515-45A5-89C9-7A1B38225E2C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Autenticación, perfil, reservas.</a:t>
          </a:r>
        </a:p>
      </dgm:t>
    </dgm:pt>
    <dgm:pt modelId="{EED61F88-F8C5-4146-8218-37BE6D2AB95C}" type="parTrans" cxnId="{A59DE15F-3A24-40C0-B997-40A081C4DC47}">
      <dgm:prSet/>
      <dgm:spPr/>
      <dgm:t>
        <a:bodyPr/>
        <a:lstStyle/>
        <a:p>
          <a:endParaRPr lang="es-CL"/>
        </a:p>
      </dgm:t>
    </dgm:pt>
    <dgm:pt modelId="{8F511C3C-1081-4E09-8876-B806B0BACA0C}" type="sibTrans" cxnId="{A59DE15F-3A24-40C0-B997-40A081C4DC47}">
      <dgm:prSet/>
      <dgm:spPr/>
      <dgm:t>
        <a:bodyPr/>
        <a:lstStyle/>
        <a:p>
          <a:endParaRPr lang="es-CL"/>
        </a:p>
      </dgm:t>
    </dgm:pt>
    <dgm:pt modelId="{DE931DBE-2444-4425-B26B-4B33E2CCC870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Interfaz Flyandlodget.</a:t>
          </a:r>
        </a:p>
      </dgm:t>
    </dgm:pt>
    <dgm:pt modelId="{2E5053DB-B2D3-4F3B-893D-751961F8150C}" type="parTrans" cxnId="{BCC85038-1552-4086-8076-1AB06E4FEC39}">
      <dgm:prSet/>
      <dgm:spPr/>
      <dgm:t>
        <a:bodyPr/>
        <a:lstStyle/>
        <a:p>
          <a:endParaRPr lang="es-CL"/>
        </a:p>
      </dgm:t>
    </dgm:pt>
    <dgm:pt modelId="{C99125E1-A65D-460B-B841-7F424F1BCCF1}" type="sibTrans" cxnId="{BCC85038-1552-4086-8076-1AB06E4FEC39}">
      <dgm:prSet/>
      <dgm:spPr/>
      <dgm:t>
        <a:bodyPr/>
        <a:lstStyle/>
        <a:p>
          <a:endParaRPr lang="es-CL"/>
        </a:p>
      </dgm:t>
    </dgm:pt>
    <dgm:pt modelId="{FB4508DA-7B2E-4819-AEFF-D6A627D7DE27}">
      <dgm:prSet phldrT="[Texto]" custT="1"/>
      <dgm:spPr>
        <a:solidFill>
          <a:srgbClr val="56E0C9"/>
        </a:solidFill>
        <a:ln>
          <a:noFill/>
        </a:ln>
      </dgm:spPr>
      <dgm:t>
        <a:bodyPr/>
        <a:lstStyle/>
        <a:p>
          <a:pPr algn="just"/>
          <a:r>
            <a:rPr lang="es-CL" sz="1900" dirty="0">
              <a:solidFill>
                <a:srgbClr val="0F2239"/>
              </a:solidFill>
            </a:rPr>
            <a:t>Validación de formularios.</a:t>
          </a:r>
        </a:p>
      </dgm:t>
    </dgm:pt>
    <dgm:pt modelId="{B56760B7-C40C-44DB-9FD4-A6EA3E0710DB}" type="parTrans" cxnId="{CF38D67A-5EB4-461A-8182-0FFB41EE4E52}">
      <dgm:prSet/>
      <dgm:spPr/>
      <dgm:t>
        <a:bodyPr/>
        <a:lstStyle/>
        <a:p>
          <a:endParaRPr lang="es-CL"/>
        </a:p>
      </dgm:t>
    </dgm:pt>
    <dgm:pt modelId="{E332420E-A342-491E-A2EC-898B75D26E31}" type="sibTrans" cxnId="{CF38D67A-5EB4-461A-8182-0FFB41EE4E52}">
      <dgm:prSet/>
      <dgm:spPr/>
      <dgm:t>
        <a:bodyPr/>
        <a:lstStyle/>
        <a:p>
          <a:endParaRPr lang="es-CL"/>
        </a:p>
      </dgm:t>
    </dgm:pt>
    <dgm:pt modelId="{FA3B3C3C-82FD-491F-BA95-349802759300}" type="pres">
      <dgm:prSet presAssocID="{B17E8DA7-E228-47D3-9F78-6DD927687895}" presName="linear" presStyleCnt="0">
        <dgm:presLayoutVars>
          <dgm:dir/>
          <dgm:resizeHandles val="exact"/>
        </dgm:presLayoutVars>
      </dgm:prSet>
      <dgm:spPr/>
    </dgm:pt>
    <dgm:pt modelId="{BE5DB4D9-DB25-4533-85B5-73FA323FC117}" type="pres">
      <dgm:prSet presAssocID="{FD8AF8D3-F440-4971-8351-3E4B92736ED8}" presName="comp" presStyleCnt="0"/>
      <dgm:spPr/>
    </dgm:pt>
    <dgm:pt modelId="{AE8A468D-78DE-4C09-B6F3-26C6A9AF205A}" type="pres">
      <dgm:prSet presAssocID="{FD8AF8D3-F440-4971-8351-3E4B92736ED8}" presName="box" presStyleLbl="node1" presStyleIdx="0" presStyleCnt="2" custLinFactNeighborX="-1875"/>
      <dgm:spPr/>
    </dgm:pt>
    <dgm:pt modelId="{6B5592BE-4A85-4C45-8A80-0A8A8D821F57}" type="pres">
      <dgm:prSet presAssocID="{FD8AF8D3-F440-4971-8351-3E4B92736ED8}" presName="img" presStyleLbl="fgImgPlace1" presStyleIdx="0" presStyleCnt="2" custScaleX="101675" custScaleY="109827" custLinFactNeighborY="3647"/>
      <dgm:spPr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  <a:ln>
          <a:solidFill>
            <a:srgbClr val="0F2239"/>
          </a:solidFill>
        </a:ln>
      </dgm:spPr>
    </dgm:pt>
    <dgm:pt modelId="{C1D147CC-EFD7-42B0-88F0-01F8908FD9F0}" type="pres">
      <dgm:prSet presAssocID="{FD8AF8D3-F440-4971-8351-3E4B92736ED8}" presName="text" presStyleLbl="node1" presStyleIdx="0" presStyleCnt="2">
        <dgm:presLayoutVars>
          <dgm:bulletEnabled val="1"/>
        </dgm:presLayoutVars>
      </dgm:prSet>
      <dgm:spPr/>
    </dgm:pt>
    <dgm:pt modelId="{8209D88C-372C-4399-AF99-01636906EB16}" type="pres">
      <dgm:prSet presAssocID="{39DCA150-E059-41DA-9A71-16FB67C76684}" presName="spacer" presStyleCnt="0"/>
      <dgm:spPr/>
    </dgm:pt>
    <dgm:pt modelId="{F870B0C2-431E-476E-BA03-09D564640BC3}" type="pres">
      <dgm:prSet presAssocID="{1C825696-8AC5-430D-BE21-380E88028103}" presName="comp" presStyleCnt="0"/>
      <dgm:spPr/>
    </dgm:pt>
    <dgm:pt modelId="{B385C0F2-1298-416F-A436-B7D99BCFDA26}" type="pres">
      <dgm:prSet presAssocID="{1C825696-8AC5-430D-BE21-380E88028103}" presName="box" presStyleLbl="node1" presStyleIdx="1" presStyleCnt="2"/>
      <dgm:spPr/>
    </dgm:pt>
    <dgm:pt modelId="{3791654C-F7A4-4E58-B079-58E66165A186}" type="pres">
      <dgm:prSet presAssocID="{1C825696-8AC5-430D-BE21-380E88028103}" presName="img" presStyleLbl="fgImgPlace1" presStyleIdx="1" presStyleCnt="2" custScaleX="100223" custScaleY="111999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0" b="-30000"/>
          </a:stretch>
        </a:blipFill>
        <a:ln>
          <a:solidFill>
            <a:schemeClr val="tx1"/>
          </a:solidFill>
        </a:ln>
      </dgm:spPr>
    </dgm:pt>
    <dgm:pt modelId="{83350748-60F9-454F-87D6-EB56BCC7F13D}" type="pres">
      <dgm:prSet presAssocID="{1C825696-8AC5-430D-BE21-380E88028103}" presName="text" presStyleLbl="node1" presStyleIdx="1" presStyleCnt="2">
        <dgm:presLayoutVars>
          <dgm:bulletEnabled val="1"/>
        </dgm:presLayoutVars>
      </dgm:prSet>
      <dgm:spPr/>
    </dgm:pt>
  </dgm:ptLst>
  <dgm:cxnLst>
    <dgm:cxn modelId="{4CE96607-7E6F-46CA-9416-554A791E57B3}" type="presOf" srcId="{DE931DBE-2444-4425-B26B-4B33E2CCC870}" destId="{83350748-60F9-454F-87D6-EB56BCC7F13D}" srcOrd="1" destOrd="2" presId="urn:microsoft.com/office/officeart/2005/8/layout/vList4"/>
    <dgm:cxn modelId="{E6F99709-9FFD-4E14-82FC-655AB40FA077}" srcId="{FD8AF8D3-F440-4971-8351-3E4B92736ED8}" destId="{D0B19095-C1D1-4132-8B98-F6EF5C8EFABB}" srcOrd="0" destOrd="0" parTransId="{7FD8A0BA-C3CD-4D5C-B37F-24FBBFF046CA}" sibTransId="{19125C29-6B6B-4C44-86E6-464FA3E02117}"/>
    <dgm:cxn modelId="{CE64EF0D-CEFF-4CE3-923E-0EAD6D35243C}" type="presOf" srcId="{DE931DBE-2444-4425-B26B-4B33E2CCC870}" destId="{B385C0F2-1298-416F-A436-B7D99BCFDA26}" srcOrd="0" destOrd="2" presId="urn:microsoft.com/office/officeart/2005/8/layout/vList4"/>
    <dgm:cxn modelId="{76C06810-F9DD-41C1-9F2D-61B16750E831}" srcId="{1C825696-8AC5-430D-BE21-380E88028103}" destId="{842AFCA4-106E-4AA0-B525-A88A2B622B2A}" srcOrd="0" destOrd="0" parTransId="{1C13CB72-FBD9-49BF-B89B-8AFC9414BFBD}" sibTransId="{A40F49CA-E9DB-4E21-B942-C9A964BEB8AC}"/>
    <dgm:cxn modelId="{5880481B-3E65-48F0-9C40-53D675C52175}" srcId="{B17E8DA7-E228-47D3-9F78-6DD927687895}" destId="{FD8AF8D3-F440-4971-8351-3E4B92736ED8}" srcOrd="0" destOrd="0" parTransId="{BA955A14-795D-44E4-AA37-4DC7492C6A2A}" sibTransId="{39DCA150-E059-41DA-9A71-16FB67C76684}"/>
    <dgm:cxn modelId="{BCC85038-1552-4086-8076-1AB06E4FEC39}" srcId="{1C825696-8AC5-430D-BE21-380E88028103}" destId="{DE931DBE-2444-4425-B26B-4B33E2CCC870}" srcOrd="1" destOrd="0" parTransId="{2E5053DB-B2D3-4F3B-893D-751961F8150C}" sibTransId="{C99125E1-A65D-460B-B841-7F424F1BCCF1}"/>
    <dgm:cxn modelId="{A59DE15F-3A24-40C0-B997-40A081C4DC47}" srcId="{FD8AF8D3-F440-4971-8351-3E4B92736ED8}" destId="{E48CA051-6515-45A5-89C9-7A1B38225E2C}" srcOrd="2" destOrd="0" parTransId="{EED61F88-F8C5-4146-8218-37BE6D2AB95C}" sibTransId="{8F511C3C-1081-4E09-8876-B806B0BACA0C}"/>
    <dgm:cxn modelId="{35E69642-2A72-4538-A281-5142F8FC8700}" srcId="{B17E8DA7-E228-47D3-9F78-6DD927687895}" destId="{1C825696-8AC5-430D-BE21-380E88028103}" srcOrd="1" destOrd="0" parTransId="{913D9A61-F903-4053-99D7-44F595E9F4A0}" sibTransId="{36DCD081-E795-4BB1-9164-A49F188CF529}"/>
    <dgm:cxn modelId="{17954C44-3762-441B-B2A8-7F192E3047A8}" type="presOf" srcId="{D3CA9F90-1ACE-4549-972A-A09D585208B6}" destId="{C1D147CC-EFD7-42B0-88F0-01F8908FD9F0}" srcOrd="1" destOrd="4" presId="urn:microsoft.com/office/officeart/2005/8/layout/vList4"/>
    <dgm:cxn modelId="{D0D08E6A-1B38-4838-96B2-BE236ECE3058}" type="presOf" srcId="{E48CA051-6515-45A5-89C9-7A1B38225E2C}" destId="{AE8A468D-78DE-4C09-B6F3-26C6A9AF205A}" srcOrd="0" destOrd="3" presId="urn:microsoft.com/office/officeart/2005/8/layout/vList4"/>
    <dgm:cxn modelId="{46D86C4B-2216-4DD2-9249-D51D9D31E5C7}" type="presOf" srcId="{FB4508DA-7B2E-4819-AEFF-D6A627D7DE27}" destId="{B385C0F2-1298-416F-A436-B7D99BCFDA26}" srcOrd="0" destOrd="3" presId="urn:microsoft.com/office/officeart/2005/8/layout/vList4"/>
    <dgm:cxn modelId="{8609144E-3114-4F69-BE25-0982C3C6FED7}" type="presOf" srcId="{D3CA9F90-1ACE-4549-972A-A09D585208B6}" destId="{AE8A468D-78DE-4C09-B6F3-26C6A9AF205A}" srcOrd="0" destOrd="4" presId="urn:microsoft.com/office/officeart/2005/8/layout/vList4"/>
    <dgm:cxn modelId="{44F21E51-98CA-4491-A5A6-D46E06D672FF}" type="presOf" srcId="{842AFCA4-106E-4AA0-B525-A88A2B622B2A}" destId="{83350748-60F9-454F-87D6-EB56BCC7F13D}" srcOrd="1" destOrd="1" presId="urn:microsoft.com/office/officeart/2005/8/layout/vList4"/>
    <dgm:cxn modelId="{E9910A73-2CA0-4C73-B17E-5FE0F0A88969}" type="presOf" srcId="{FB4508DA-7B2E-4819-AEFF-D6A627D7DE27}" destId="{83350748-60F9-454F-87D6-EB56BCC7F13D}" srcOrd="1" destOrd="3" presId="urn:microsoft.com/office/officeart/2005/8/layout/vList4"/>
    <dgm:cxn modelId="{7EA9D573-95AF-4204-ADDA-10C36C77F627}" type="presOf" srcId="{1C825696-8AC5-430D-BE21-380E88028103}" destId="{B385C0F2-1298-416F-A436-B7D99BCFDA26}" srcOrd="0" destOrd="0" presId="urn:microsoft.com/office/officeart/2005/8/layout/vList4"/>
    <dgm:cxn modelId="{C448B355-28CC-4451-9CCF-DA69FFFE4DC0}" type="presOf" srcId="{842AFCA4-106E-4AA0-B525-A88A2B622B2A}" destId="{B385C0F2-1298-416F-A436-B7D99BCFDA26}" srcOrd="0" destOrd="1" presId="urn:microsoft.com/office/officeart/2005/8/layout/vList4"/>
    <dgm:cxn modelId="{CF38D67A-5EB4-461A-8182-0FFB41EE4E52}" srcId="{1C825696-8AC5-430D-BE21-380E88028103}" destId="{FB4508DA-7B2E-4819-AEFF-D6A627D7DE27}" srcOrd="2" destOrd="0" parTransId="{B56760B7-C40C-44DB-9FD4-A6EA3E0710DB}" sibTransId="{E332420E-A342-491E-A2EC-898B75D26E31}"/>
    <dgm:cxn modelId="{36EB0EA3-79F0-4447-813C-5DB3BF16B5EA}" type="presOf" srcId="{B17E8DA7-E228-47D3-9F78-6DD927687895}" destId="{FA3B3C3C-82FD-491F-BA95-349802759300}" srcOrd="0" destOrd="0" presId="urn:microsoft.com/office/officeart/2005/8/layout/vList4"/>
    <dgm:cxn modelId="{55CEC7A3-0BC9-4881-8247-78090E9DE4F4}" type="presOf" srcId="{CD916927-1A94-4054-A0D2-D446D0B8AF63}" destId="{83350748-60F9-454F-87D6-EB56BCC7F13D}" srcOrd="1" destOrd="4" presId="urn:microsoft.com/office/officeart/2005/8/layout/vList4"/>
    <dgm:cxn modelId="{1FD32AA8-3FA3-4DD8-9033-E9B9CC50FEEC}" type="presOf" srcId="{E48CA051-6515-45A5-89C9-7A1B38225E2C}" destId="{C1D147CC-EFD7-42B0-88F0-01F8908FD9F0}" srcOrd="1" destOrd="3" presId="urn:microsoft.com/office/officeart/2005/8/layout/vList4"/>
    <dgm:cxn modelId="{F22092A8-6B00-4CA5-B46D-4C35324650A5}" type="presOf" srcId="{D0B19095-C1D1-4132-8B98-F6EF5C8EFABB}" destId="{C1D147CC-EFD7-42B0-88F0-01F8908FD9F0}" srcOrd="1" destOrd="1" presId="urn:microsoft.com/office/officeart/2005/8/layout/vList4"/>
    <dgm:cxn modelId="{C6EE44B4-8CD7-45EB-B309-6732F53467C9}" type="presOf" srcId="{0E82F135-B6E3-499A-BBE9-34C3B012EF8C}" destId="{C1D147CC-EFD7-42B0-88F0-01F8908FD9F0}" srcOrd="1" destOrd="2" presId="urn:microsoft.com/office/officeart/2005/8/layout/vList4"/>
    <dgm:cxn modelId="{1480D7BA-6128-45A9-ADF5-F0407965D621}" srcId="{FD8AF8D3-F440-4971-8351-3E4B92736ED8}" destId="{0E82F135-B6E3-499A-BBE9-34C3B012EF8C}" srcOrd="1" destOrd="0" parTransId="{3A45E5B4-29E8-49F2-BC56-CF2E5B98660C}" sibTransId="{F2A7F60A-204D-4117-B28B-E0783B977440}"/>
    <dgm:cxn modelId="{F3D051BE-E19E-4882-822C-5AB57CEA5433}" srcId="{1C825696-8AC5-430D-BE21-380E88028103}" destId="{CD916927-1A94-4054-A0D2-D446D0B8AF63}" srcOrd="3" destOrd="0" parTransId="{CE0006E1-F2E1-4A08-96EA-3025D29A2ED9}" sibTransId="{F896F0C4-FEE2-4B47-A834-9214AAF75AE9}"/>
    <dgm:cxn modelId="{CAFAD9CC-8336-4637-A69A-6BD163A90DD1}" type="presOf" srcId="{D0B19095-C1D1-4132-8B98-F6EF5C8EFABB}" destId="{AE8A468D-78DE-4C09-B6F3-26C6A9AF205A}" srcOrd="0" destOrd="1" presId="urn:microsoft.com/office/officeart/2005/8/layout/vList4"/>
    <dgm:cxn modelId="{713B29CF-C7B6-4AF5-B31D-40ADCEA1C00A}" type="presOf" srcId="{FD8AF8D3-F440-4971-8351-3E4B92736ED8}" destId="{C1D147CC-EFD7-42B0-88F0-01F8908FD9F0}" srcOrd="1" destOrd="0" presId="urn:microsoft.com/office/officeart/2005/8/layout/vList4"/>
    <dgm:cxn modelId="{7289DED8-2D25-4458-BA3F-9315B696CBE8}" type="presOf" srcId="{0E82F135-B6E3-499A-BBE9-34C3B012EF8C}" destId="{AE8A468D-78DE-4C09-B6F3-26C6A9AF205A}" srcOrd="0" destOrd="2" presId="urn:microsoft.com/office/officeart/2005/8/layout/vList4"/>
    <dgm:cxn modelId="{446186E0-EC3F-49AB-BDD1-6E90A00829C9}" srcId="{FD8AF8D3-F440-4971-8351-3E4B92736ED8}" destId="{D3CA9F90-1ACE-4549-972A-A09D585208B6}" srcOrd="3" destOrd="0" parTransId="{7CF6B633-4947-41B2-8A5D-7DC155427BDE}" sibTransId="{6502052A-E142-415C-9B18-B02BAAC99D25}"/>
    <dgm:cxn modelId="{BCD1A9E7-5D8F-4899-B325-4914C1C12671}" type="presOf" srcId="{CD916927-1A94-4054-A0D2-D446D0B8AF63}" destId="{B385C0F2-1298-416F-A436-B7D99BCFDA26}" srcOrd="0" destOrd="4" presId="urn:microsoft.com/office/officeart/2005/8/layout/vList4"/>
    <dgm:cxn modelId="{F87DCDE7-0358-44F5-A57E-C54FEAADD2A0}" type="presOf" srcId="{FD8AF8D3-F440-4971-8351-3E4B92736ED8}" destId="{AE8A468D-78DE-4C09-B6F3-26C6A9AF205A}" srcOrd="0" destOrd="0" presId="urn:microsoft.com/office/officeart/2005/8/layout/vList4"/>
    <dgm:cxn modelId="{D0F1C3F5-CBB2-4672-A834-D244172E7359}" type="presOf" srcId="{1C825696-8AC5-430D-BE21-380E88028103}" destId="{83350748-60F9-454F-87D6-EB56BCC7F13D}" srcOrd="1" destOrd="0" presId="urn:microsoft.com/office/officeart/2005/8/layout/vList4"/>
    <dgm:cxn modelId="{8CFB9248-A980-4DB6-97DB-75C71D9ECCD4}" type="presParOf" srcId="{FA3B3C3C-82FD-491F-BA95-349802759300}" destId="{BE5DB4D9-DB25-4533-85B5-73FA323FC117}" srcOrd="0" destOrd="0" presId="urn:microsoft.com/office/officeart/2005/8/layout/vList4"/>
    <dgm:cxn modelId="{981D0B50-3DFC-4C4D-9E59-97B32A32BF0A}" type="presParOf" srcId="{BE5DB4D9-DB25-4533-85B5-73FA323FC117}" destId="{AE8A468D-78DE-4C09-B6F3-26C6A9AF205A}" srcOrd="0" destOrd="0" presId="urn:microsoft.com/office/officeart/2005/8/layout/vList4"/>
    <dgm:cxn modelId="{E2FEE3FB-8475-45A4-9B5E-FE5693E9A2F9}" type="presParOf" srcId="{BE5DB4D9-DB25-4533-85B5-73FA323FC117}" destId="{6B5592BE-4A85-4C45-8A80-0A8A8D821F57}" srcOrd="1" destOrd="0" presId="urn:microsoft.com/office/officeart/2005/8/layout/vList4"/>
    <dgm:cxn modelId="{9CB69D55-1626-4AE1-9B5B-C297E12B7929}" type="presParOf" srcId="{BE5DB4D9-DB25-4533-85B5-73FA323FC117}" destId="{C1D147CC-EFD7-42B0-88F0-01F8908FD9F0}" srcOrd="2" destOrd="0" presId="urn:microsoft.com/office/officeart/2005/8/layout/vList4"/>
    <dgm:cxn modelId="{503A6250-1755-429D-B7F0-52CE132638DB}" type="presParOf" srcId="{FA3B3C3C-82FD-491F-BA95-349802759300}" destId="{8209D88C-372C-4399-AF99-01636906EB16}" srcOrd="1" destOrd="0" presId="urn:microsoft.com/office/officeart/2005/8/layout/vList4"/>
    <dgm:cxn modelId="{25FDE055-A170-4119-B52D-EEDA93436A8D}" type="presParOf" srcId="{FA3B3C3C-82FD-491F-BA95-349802759300}" destId="{F870B0C2-431E-476E-BA03-09D564640BC3}" srcOrd="2" destOrd="0" presId="urn:microsoft.com/office/officeart/2005/8/layout/vList4"/>
    <dgm:cxn modelId="{2085F275-1874-4AB9-ADD8-D56CD39109E9}" type="presParOf" srcId="{F870B0C2-431E-476E-BA03-09D564640BC3}" destId="{B385C0F2-1298-416F-A436-B7D99BCFDA26}" srcOrd="0" destOrd="0" presId="urn:microsoft.com/office/officeart/2005/8/layout/vList4"/>
    <dgm:cxn modelId="{0F2DEDA3-F8C1-4A57-BEF7-9EB3CA677F4D}" type="presParOf" srcId="{F870B0C2-431E-476E-BA03-09D564640BC3}" destId="{3791654C-F7A4-4E58-B079-58E66165A186}" srcOrd="1" destOrd="0" presId="urn:microsoft.com/office/officeart/2005/8/layout/vList4"/>
    <dgm:cxn modelId="{10AFF441-22EF-474B-B1B5-6644A1C71610}" type="presParOf" srcId="{F870B0C2-431E-476E-BA03-09D564640BC3}" destId="{83350748-60F9-454F-87D6-EB56BCC7F13D}" srcOrd="2" destOrd="0" presId="urn:microsoft.com/office/officeart/2005/8/layout/vList4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484CC8-BD7B-4054-B00D-AA31DEAC3972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CL"/>
        </a:p>
      </dgm:t>
    </dgm:pt>
    <dgm:pt modelId="{46F83C7E-E7A1-4D3F-B651-1D0C1AFE223E}">
      <dgm:prSet phldrT="[Texto]" custT="1"/>
      <dgm:spPr>
        <a:solidFill>
          <a:srgbClr val="0F2239"/>
        </a:solidFill>
        <a:ln>
          <a:noFill/>
        </a:ln>
      </dgm:spPr>
      <dgm:t>
        <a:bodyPr/>
        <a:lstStyle/>
        <a:p>
          <a:r>
            <a:rPr lang="es-CL" sz="1400" b="1" dirty="0">
              <a:solidFill>
                <a:schemeClr val="bg1"/>
              </a:solidFill>
              <a:latin typeface="+mn-lt"/>
            </a:rPr>
            <a:t>Planificación</a:t>
          </a:r>
          <a:endParaRPr lang="es-CL" sz="1600" b="1" dirty="0">
            <a:solidFill>
              <a:schemeClr val="bg1"/>
            </a:solidFill>
            <a:latin typeface="+mn-lt"/>
          </a:endParaRPr>
        </a:p>
      </dgm:t>
    </dgm:pt>
    <dgm:pt modelId="{6A180D08-52CD-4A17-9632-84B5594895E0}" type="parTrans" cxnId="{EE0EC5EE-57FA-4309-B82F-3CB2B9082BF9}">
      <dgm:prSet/>
      <dgm:spPr/>
      <dgm:t>
        <a:bodyPr/>
        <a:lstStyle/>
        <a:p>
          <a:endParaRPr lang="es-CL"/>
        </a:p>
      </dgm:t>
    </dgm:pt>
    <dgm:pt modelId="{F3C06BA8-EC6D-46C3-8CEF-B5065919B4A5}" type="sibTrans" cxnId="{EE0EC5EE-57FA-4309-B82F-3CB2B9082BF9}">
      <dgm:prSet/>
      <dgm:spPr/>
      <dgm:t>
        <a:bodyPr/>
        <a:lstStyle/>
        <a:p>
          <a:endParaRPr lang="es-CL"/>
        </a:p>
      </dgm:t>
    </dgm:pt>
    <dgm:pt modelId="{D2BA7344-5DC3-4A11-BEC9-B88FC020503B}">
      <dgm:prSet phldrT="[Texto]"/>
      <dgm:spPr>
        <a:solidFill>
          <a:schemeClr val="bg1">
            <a:alpha val="90000"/>
          </a:schemeClr>
        </a:solidFill>
      </dgm:spPr>
      <dgm:t>
        <a:bodyPr anchor="ctr"/>
        <a:lstStyle/>
        <a:p>
          <a:pPr algn="ctr"/>
          <a:r>
            <a:rPr lang="es-CL" dirty="0">
              <a:solidFill>
                <a:srgbClr val="0F2239"/>
              </a:solidFill>
            </a:rPr>
            <a:t>Definición del problema, alcance, roles y backlog inicial.</a:t>
          </a:r>
        </a:p>
      </dgm:t>
    </dgm:pt>
    <dgm:pt modelId="{236E920E-92A0-4A33-851D-D5269F5DCB99}" type="parTrans" cxnId="{00DE75F0-2F06-4A32-9EA3-15472DE6ECF1}">
      <dgm:prSet/>
      <dgm:spPr/>
      <dgm:t>
        <a:bodyPr/>
        <a:lstStyle/>
        <a:p>
          <a:endParaRPr lang="es-CL"/>
        </a:p>
      </dgm:t>
    </dgm:pt>
    <dgm:pt modelId="{069E18F4-C2F3-4229-B462-0D0B82923DCA}" type="sibTrans" cxnId="{00DE75F0-2F06-4A32-9EA3-15472DE6ECF1}">
      <dgm:prSet/>
      <dgm:spPr/>
      <dgm:t>
        <a:bodyPr/>
        <a:lstStyle/>
        <a:p>
          <a:endParaRPr lang="es-CL"/>
        </a:p>
      </dgm:t>
    </dgm:pt>
    <dgm:pt modelId="{D6505DFB-2755-4F7D-86A1-4B5DA43959D8}">
      <dgm:prSet phldrT="[Texto]" custT="1"/>
      <dgm:spPr>
        <a:solidFill>
          <a:srgbClr val="0F2239"/>
        </a:solidFill>
        <a:ln>
          <a:noFill/>
        </a:ln>
      </dgm:spPr>
      <dgm:t>
        <a:bodyPr/>
        <a:lstStyle/>
        <a:p>
          <a:r>
            <a:rPr lang="es-CL" sz="1400" b="1" dirty="0">
              <a:solidFill>
                <a:schemeClr val="bg1"/>
              </a:solidFill>
              <a:latin typeface="+mn-lt"/>
            </a:rPr>
            <a:t>Pruebas</a:t>
          </a:r>
          <a:r>
            <a:rPr lang="es-CL" sz="1400" b="1" dirty="0">
              <a:solidFill>
                <a:srgbClr val="0F2239"/>
              </a:solidFill>
              <a:latin typeface="+mn-lt"/>
            </a:rPr>
            <a:t> </a:t>
          </a:r>
          <a:r>
            <a:rPr lang="es-CL" sz="1400" b="1" dirty="0">
              <a:solidFill>
                <a:schemeClr val="bg1"/>
              </a:solidFill>
              <a:latin typeface="+mn-lt"/>
            </a:rPr>
            <a:t>Funcionales</a:t>
          </a:r>
        </a:p>
      </dgm:t>
    </dgm:pt>
    <dgm:pt modelId="{D12E041E-520A-4B3C-8E32-D4035DB99F54}" type="parTrans" cxnId="{2B960655-E885-4041-94AE-FD1A29A89535}">
      <dgm:prSet/>
      <dgm:spPr/>
      <dgm:t>
        <a:bodyPr/>
        <a:lstStyle/>
        <a:p>
          <a:endParaRPr lang="es-CL"/>
        </a:p>
      </dgm:t>
    </dgm:pt>
    <dgm:pt modelId="{E9E36A15-3F8B-4485-99F0-F61DF90A2B9E}" type="sibTrans" cxnId="{2B960655-E885-4041-94AE-FD1A29A89535}">
      <dgm:prSet/>
      <dgm:spPr/>
      <dgm:t>
        <a:bodyPr/>
        <a:lstStyle/>
        <a:p>
          <a:endParaRPr lang="es-CL"/>
        </a:p>
      </dgm:t>
    </dgm:pt>
    <dgm:pt modelId="{0CDBE18B-BD33-4467-8B40-B410695DA023}">
      <dgm:prSet phldrT="[Texto]"/>
      <dgm:spPr>
        <a:solidFill>
          <a:schemeClr val="bg1">
            <a:alpha val="90000"/>
          </a:schemeClr>
        </a:solidFill>
      </dgm:spPr>
      <dgm:t>
        <a:bodyPr anchor="ctr"/>
        <a:lstStyle/>
        <a:p>
          <a:pPr algn="ctr"/>
          <a:r>
            <a:rPr lang="es-CL" dirty="0">
              <a:solidFill>
                <a:srgbClr val="0F2239"/>
              </a:solidFill>
            </a:rPr>
            <a:t>Validación de formularios, presupuesto y flujos principales.</a:t>
          </a:r>
        </a:p>
      </dgm:t>
    </dgm:pt>
    <dgm:pt modelId="{B66F1A58-3654-45C7-BB77-EB19311753ED}" type="parTrans" cxnId="{AF5E1CF7-91EF-4EF8-8F83-83B1C28C4FD2}">
      <dgm:prSet/>
      <dgm:spPr/>
      <dgm:t>
        <a:bodyPr/>
        <a:lstStyle/>
        <a:p>
          <a:endParaRPr lang="es-CL"/>
        </a:p>
      </dgm:t>
    </dgm:pt>
    <dgm:pt modelId="{0CE9BDAA-2B27-4DD0-A5DF-02522B4FD4A6}" type="sibTrans" cxnId="{AF5E1CF7-91EF-4EF8-8F83-83B1C28C4FD2}">
      <dgm:prSet/>
      <dgm:spPr/>
      <dgm:t>
        <a:bodyPr/>
        <a:lstStyle/>
        <a:p>
          <a:endParaRPr lang="es-CL"/>
        </a:p>
      </dgm:t>
    </dgm:pt>
    <dgm:pt modelId="{8BAED8E8-2B65-410D-A909-A898F9679011}">
      <dgm:prSet phldrT="[Texto]" custT="1"/>
      <dgm:spPr>
        <a:solidFill>
          <a:srgbClr val="0F2239"/>
        </a:solidFill>
        <a:ln>
          <a:noFill/>
        </a:ln>
      </dgm:spPr>
      <dgm:t>
        <a:bodyPr/>
        <a:lstStyle/>
        <a:p>
          <a:r>
            <a:rPr lang="es-CL" sz="1400" b="1" dirty="0">
              <a:solidFill>
                <a:schemeClr val="bg1"/>
              </a:solidFill>
              <a:latin typeface="+mn-lt"/>
            </a:rPr>
            <a:t>Mejora Continua</a:t>
          </a:r>
        </a:p>
      </dgm:t>
    </dgm:pt>
    <dgm:pt modelId="{3E22E479-819F-4C39-B8D1-C419116EE247}" type="parTrans" cxnId="{964406C7-1296-4F0D-BD24-F10E80E0AA1B}">
      <dgm:prSet/>
      <dgm:spPr/>
      <dgm:t>
        <a:bodyPr/>
        <a:lstStyle/>
        <a:p>
          <a:endParaRPr lang="es-CL"/>
        </a:p>
      </dgm:t>
    </dgm:pt>
    <dgm:pt modelId="{0B30E8A1-2567-4F28-90ED-398EE0BFC913}" type="sibTrans" cxnId="{964406C7-1296-4F0D-BD24-F10E80E0AA1B}">
      <dgm:prSet/>
      <dgm:spPr/>
      <dgm:t>
        <a:bodyPr/>
        <a:lstStyle/>
        <a:p>
          <a:endParaRPr lang="es-CL"/>
        </a:p>
      </dgm:t>
    </dgm:pt>
    <dgm:pt modelId="{21AD731E-57FB-48C2-83B1-DAFC6C371F75}">
      <dgm:prSet phldrT="[Texto]"/>
      <dgm:spPr>
        <a:solidFill>
          <a:schemeClr val="bg1">
            <a:alpha val="90000"/>
          </a:schemeClr>
        </a:solidFill>
      </dgm:spPr>
      <dgm:t>
        <a:bodyPr anchor="ctr"/>
        <a:lstStyle/>
        <a:p>
          <a:pPr algn="ctr"/>
          <a:r>
            <a:rPr lang="es-CL" dirty="0">
              <a:solidFill>
                <a:srgbClr val="0F2239"/>
              </a:solidFill>
            </a:rPr>
            <a:t>Correcciones por retroalimentación y ajustes de interfaz.</a:t>
          </a:r>
        </a:p>
      </dgm:t>
    </dgm:pt>
    <dgm:pt modelId="{09C52DF1-6C36-4AF8-9E76-364CDF8C435D}" type="parTrans" cxnId="{D222E3AF-C960-41B3-9CE4-7B5195C9351C}">
      <dgm:prSet/>
      <dgm:spPr/>
      <dgm:t>
        <a:bodyPr/>
        <a:lstStyle/>
        <a:p>
          <a:endParaRPr lang="es-CL"/>
        </a:p>
      </dgm:t>
    </dgm:pt>
    <dgm:pt modelId="{E5D31788-6AD4-42DA-BB57-77D4C9A18229}" type="sibTrans" cxnId="{D222E3AF-C960-41B3-9CE4-7B5195C9351C}">
      <dgm:prSet/>
      <dgm:spPr/>
      <dgm:t>
        <a:bodyPr/>
        <a:lstStyle/>
        <a:p>
          <a:endParaRPr lang="es-CL"/>
        </a:p>
      </dgm:t>
    </dgm:pt>
    <dgm:pt modelId="{C626166E-82EA-4E32-8F21-865208406BF5}">
      <dgm:prSet phldrT="[Texto]" custT="1"/>
      <dgm:spPr>
        <a:solidFill>
          <a:srgbClr val="0F2239"/>
        </a:solidFill>
        <a:ln>
          <a:noFill/>
        </a:ln>
      </dgm:spPr>
      <dgm:t>
        <a:bodyPr/>
        <a:lstStyle/>
        <a:p>
          <a:r>
            <a:rPr lang="es-CL" sz="1400" b="1" dirty="0">
              <a:solidFill>
                <a:schemeClr val="bg1"/>
              </a:solidFill>
              <a:latin typeface="+mn-lt"/>
            </a:rPr>
            <a:t>Desarrollo</a:t>
          </a:r>
          <a:r>
            <a:rPr lang="es-CL" sz="1400" dirty="0">
              <a:solidFill>
                <a:schemeClr val="bg1"/>
              </a:solidFill>
            </a:rPr>
            <a:t> </a:t>
          </a:r>
          <a:r>
            <a:rPr lang="es-CL" sz="1400" b="1" dirty="0">
              <a:solidFill>
                <a:schemeClr val="bg1"/>
              </a:solidFill>
              <a:latin typeface="+mn-lt"/>
            </a:rPr>
            <a:t>Incremental</a:t>
          </a:r>
        </a:p>
      </dgm:t>
    </dgm:pt>
    <dgm:pt modelId="{BBC38E12-DEE6-4CCC-B94E-6C5C01D81693}" type="parTrans" cxnId="{536ACF28-3BF7-431B-BD41-171D2B443AF6}">
      <dgm:prSet/>
      <dgm:spPr/>
      <dgm:t>
        <a:bodyPr/>
        <a:lstStyle/>
        <a:p>
          <a:endParaRPr lang="es-CL"/>
        </a:p>
      </dgm:t>
    </dgm:pt>
    <dgm:pt modelId="{18A18174-D408-478C-AA07-58AA5B0E7739}" type="sibTrans" cxnId="{536ACF28-3BF7-431B-BD41-171D2B443AF6}">
      <dgm:prSet/>
      <dgm:spPr/>
      <dgm:t>
        <a:bodyPr/>
        <a:lstStyle/>
        <a:p>
          <a:endParaRPr lang="es-CL"/>
        </a:p>
      </dgm:t>
    </dgm:pt>
    <dgm:pt modelId="{36D1B344-D4E8-4A53-81C5-985DAB901297}">
      <dgm:prSet/>
      <dgm:spPr>
        <a:solidFill>
          <a:schemeClr val="bg1">
            <a:alpha val="90000"/>
          </a:schemeClr>
        </a:solidFill>
      </dgm:spPr>
      <dgm:t>
        <a:bodyPr anchor="ctr"/>
        <a:lstStyle/>
        <a:p>
          <a:pPr algn="ctr"/>
          <a:r>
            <a:rPr lang="es-CL" dirty="0">
              <a:solidFill>
                <a:srgbClr val="0F2239"/>
              </a:solidFill>
            </a:rPr>
            <a:t>Construcción por módulos: usuarios, búsqueda, reservas y perfil.	</a:t>
          </a:r>
        </a:p>
      </dgm:t>
    </dgm:pt>
    <dgm:pt modelId="{760DEAFE-0224-40B7-8547-8792AAC831ED}" type="parTrans" cxnId="{893C9B28-461F-4280-9BD5-557B057E3EE9}">
      <dgm:prSet/>
      <dgm:spPr/>
      <dgm:t>
        <a:bodyPr/>
        <a:lstStyle/>
        <a:p>
          <a:endParaRPr lang="es-CL"/>
        </a:p>
      </dgm:t>
    </dgm:pt>
    <dgm:pt modelId="{F8F98C34-E5B6-4491-A0AA-C14D03A87818}" type="sibTrans" cxnId="{893C9B28-461F-4280-9BD5-557B057E3EE9}">
      <dgm:prSet/>
      <dgm:spPr/>
      <dgm:t>
        <a:bodyPr/>
        <a:lstStyle/>
        <a:p>
          <a:endParaRPr lang="es-CL"/>
        </a:p>
      </dgm:t>
    </dgm:pt>
    <dgm:pt modelId="{BC95E936-9F24-42D7-B36C-A1BD37A31479}" type="pres">
      <dgm:prSet presAssocID="{50484CC8-BD7B-4054-B00D-AA31DEAC3972}" presName="Name0" presStyleCnt="0">
        <dgm:presLayoutVars>
          <dgm:dir/>
          <dgm:animLvl val="lvl"/>
          <dgm:resizeHandles val="exact"/>
        </dgm:presLayoutVars>
      </dgm:prSet>
      <dgm:spPr/>
    </dgm:pt>
    <dgm:pt modelId="{8EF11677-A15E-4AD8-B38B-CD0C8A169167}" type="pres">
      <dgm:prSet presAssocID="{46F83C7E-E7A1-4D3F-B651-1D0C1AFE223E}" presName="composite" presStyleCnt="0"/>
      <dgm:spPr/>
    </dgm:pt>
    <dgm:pt modelId="{D839C4AB-09B3-4252-AC6E-B0AF7005494E}" type="pres">
      <dgm:prSet presAssocID="{46F83C7E-E7A1-4D3F-B651-1D0C1AFE223E}" presName="parTx" presStyleLbl="alignNode1" presStyleIdx="0" presStyleCnt="4" custScaleY="138146">
        <dgm:presLayoutVars>
          <dgm:chMax val="0"/>
          <dgm:chPref val="0"/>
          <dgm:bulletEnabled val="1"/>
        </dgm:presLayoutVars>
      </dgm:prSet>
      <dgm:spPr/>
    </dgm:pt>
    <dgm:pt modelId="{D6FCAA7D-E368-40F6-B13F-1F05F7C2BF63}" type="pres">
      <dgm:prSet presAssocID="{46F83C7E-E7A1-4D3F-B651-1D0C1AFE223E}" presName="desTx" presStyleLbl="alignAccFollowNode1" presStyleIdx="0" presStyleCnt="4">
        <dgm:presLayoutVars>
          <dgm:bulletEnabled val="1"/>
        </dgm:presLayoutVars>
      </dgm:prSet>
      <dgm:spPr/>
    </dgm:pt>
    <dgm:pt modelId="{3E98B23E-DC04-499E-9E6C-F149999B4B81}" type="pres">
      <dgm:prSet presAssocID="{F3C06BA8-EC6D-46C3-8CEF-B5065919B4A5}" presName="space" presStyleCnt="0"/>
      <dgm:spPr/>
    </dgm:pt>
    <dgm:pt modelId="{44EE2B0E-0418-49D1-A51D-02CBA6A19E3C}" type="pres">
      <dgm:prSet presAssocID="{C626166E-82EA-4E32-8F21-865208406BF5}" presName="composite" presStyleCnt="0"/>
      <dgm:spPr/>
    </dgm:pt>
    <dgm:pt modelId="{3C072F2D-AD44-4E7E-8BFC-769A0E99A636}" type="pres">
      <dgm:prSet presAssocID="{C626166E-82EA-4E32-8F21-865208406BF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5BF940F1-DD6A-4B21-8768-22689808B0A2}" type="pres">
      <dgm:prSet presAssocID="{C626166E-82EA-4E32-8F21-865208406BF5}" presName="desTx" presStyleLbl="alignAccFollowNode1" presStyleIdx="1" presStyleCnt="4">
        <dgm:presLayoutVars>
          <dgm:bulletEnabled val="1"/>
        </dgm:presLayoutVars>
      </dgm:prSet>
      <dgm:spPr/>
    </dgm:pt>
    <dgm:pt modelId="{1E33CA29-7178-48E9-A06F-CB7AB90B19E8}" type="pres">
      <dgm:prSet presAssocID="{18A18174-D408-478C-AA07-58AA5B0E7739}" presName="space" presStyleCnt="0"/>
      <dgm:spPr/>
    </dgm:pt>
    <dgm:pt modelId="{CF772B61-F7C7-452F-8F3C-28E77231A2F6}" type="pres">
      <dgm:prSet presAssocID="{D6505DFB-2755-4F7D-86A1-4B5DA43959D8}" presName="composite" presStyleCnt="0"/>
      <dgm:spPr/>
    </dgm:pt>
    <dgm:pt modelId="{D3E16FE6-24E7-4D25-B289-90358872AF14}" type="pres">
      <dgm:prSet presAssocID="{D6505DFB-2755-4F7D-86A1-4B5DA43959D8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7D2026F-3E85-4BD8-A816-13EC9FBE1379}" type="pres">
      <dgm:prSet presAssocID="{D6505DFB-2755-4F7D-86A1-4B5DA43959D8}" presName="desTx" presStyleLbl="alignAccFollowNode1" presStyleIdx="2" presStyleCnt="4">
        <dgm:presLayoutVars>
          <dgm:bulletEnabled val="1"/>
        </dgm:presLayoutVars>
      </dgm:prSet>
      <dgm:spPr/>
    </dgm:pt>
    <dgm:pt modelId="{C9798B3F-7AA6-4034-BD05-FAAF6CE97AB2}" type="pres">
      <dgm:prSet presAssocID="{E9E36A15-3F8B-4485-99F0-F61DF90A2B9E}" presName="space" presStyleCnt="0"/>
      <dgm:spPr/>
    </dgm:pt>
    <dgm:pt modelId="{D823D6DE-9D02-4433-B03B-7946DEFC1B71}" type="pres">
      <dgm:prSet presAssocID="{8BAED8E8-2B65-410D-A909-A898F9679011}" presName="composite" presStyleCnt="0"/>
      <dgm:spPr/>
    </dgm:pt>
    <dgm:pt modelId="{DF0D0A2E-B2E1-4A1B-8A09-7C6865A5C628}" type="pres">
      <dgm:prSet presAssocID="{8BAED8E8-2B65-410D-A909-A898F9679011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14C5E455-CE35-4150-B14A-9CB772389BC1}" type="pres">
      <dgm:prSet presAssocID="{8BAED8E8-2B65-410D-A909-A898F9679011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E93B0526-902D-4985-947C-F40C97C67279}" type="presOf" srcId="{C626166E-82EA-4E32-8F21-865208406BF5}" destId="{3C072F2D-AD44-4E7E-8BFC-769A0E99A636}" srcOrd="0" destOrd="0" presId="urn:microsoft.com/office/officeart/2005/8/layout/hList1"/>
    <dgm:cxn modelId="{893C9B28-461F-4280-9BD5-557B057E3EE9}" srcId="{C626166E-82EA-4E32-8F21-865208406BF5}" destId="{36D1B344-D4E8-4A53-81C5-985DAB901297}" srcOrd="0" destOrd="0" parTransId="{760DEAFE-0224-40B7-8547-8792AAC831ED}" sibTransId="{F8F98C34-E5B6-4491-A0AA-C14D03A87818}"/>
    <dgm:cxn modelId="{536ACF28-3BF7-431B-BD41-171D2B443AF6}" srcId="{50484CC8-BD7B-4054-B00D-AA31DEAC3972}" destId="{C626166E-82EA-4E32-8F21-865208406BF5}" srcOrd="1" destOrd="0" parTransId="{BBC38E12-DEE6-4CCC-B94E-6C5C01D81693}" sibTransId="{18A18174-D408-478C-AA07-58AA5B0E7739}"/>
    <dgm:cxn modelId="{61C63C40-F92B-48FE-929D-2C68E35B87A0}" type="presOf" srcId="{36D1B344-D4E8-4A53-81C5-985DAB901297}" destId="{5BF940F1-DD6A-4B21-8768-22689808B0A2}" srcOrd="0" destOrd="0" presId="urn:microsoft.com/office/officeart/2005/8/layout/hList1"/>
    <dgm:cxn modelId="{FB7F8468-0346-4E7A-9276-D7DAF6A11384}" type="presOf" srcId="{50484CC8-BD7B-4054-B00D-AA31DEAC3972}" destId="{BC95E936-9F24-42D7-B36C-A1BD37A31479}" srcOrd="0" destOrd="0" presId="urn:microsoft.com/office/officeart/2005/8/layout/hList1"/>
    <dgm:cxn modelId="{2B960655-E885-4041-94AE-FD1A29A89535}" srcId="{50484CC8-BD7B-4054-B00D-AA31DEAC3972}" destId="{D6505DFB-2755-4F7D-86A1-4B5DA43959D8}" srcOrd="2" destOrd="0" parTransId="{D12E041E-520A-4B3C-8E32-D4035DB99F54}" sibTransId="{E9E36A15-3F8B-4485-99F0-F61DF90A2B9E}"/>
    <dgm:cxn modelId="{A8DFEE7F-7963-4125-8D12-13F8850FEF6B}" type="presOf" srcId="{D2BA7344-5DC3-4A11-BEC9-B88FC020503B}" destId="{D6FCAA7D-E368-40F6-B13F-1F05F7C2BF63}" srcOrd="0" destOrd="0" presId="urn:microsoft.com/office/officeart/2005/8/layout/hList1"/>
    <dgm:cxn modelId="{04DBC489-11BB-46A6-BB48-31B40C273FD6}" type="presOf" srcId="{8BAED8E8-2B65-410D-A909-A898F9679011}" destId="{DF0D0A2E-B2E1-4A1B-8A09-7C6865A5C628}" srcOrd="0" destOrd="0" presId="urn:microsoft.com/office/officeart/2005/8/layout/hList1"/>
    <dgm:cxn modelId="{8D3EDD99-5DDB-4EF2-BBB2-B54D5498A30F}" type="presOf" srcId="{46F83C7E-E7A1-4D3F-B651-1D0C1AFE223E}" destId="{D839C4AB-09B3-4252-AC6E-B0AF7005494E}" srcOrd="0" destOrd="0" presId="urn:microsoft.com/office/officeart/2005/8/layout/hList1"/>
    <dgm:cxn modelId="{D222E3AF-C960-41B3-9CE4-7B5195C9351C}" srcId="{8BAED8E8-2B65-410D-A909-A898F9679011}" destId="{21AD731E-57FB-48C2-83B1-DAFC6C371F75}" srcOrd="0" destOrd="0" parTransId="{09C52DF1-6C36-4AF8-9E76-364CDF8C435D}" sibTransId="{E5D31788-6AD4-42DA-BB57-77D4C9A18229}"/>
    <dgm:cxn modelId="{972397B0-75C7-4229-B6F1-FC2247FEBB1D}" type="presOf" srcId="{0CDBE18B-BD33-4467-8B40-B410695DA023}" destId="{47D2026F-3E85-4BD8-A816-13EC9FBE1379}" srcOrd="0" destOrd="0" presId="urn:microsoft.com/office/officeart/2005/8/layout/hList1"/>
    <dgm:cxn modelId="{FA8EADC5-E62E-4D08-A0DB-94224E118A32}" type="presOf" srcId="{D6505DFB-2755-4F7D-86A1-4B5DA43959D8}" destId="{D3E16FE6-24E7-4D25-B289-90358872AF14}" srcOrd="0" destOrd="0" presId="urn:microsoft.com/office/officeart/2005/8/layout/hList1"/>
    <dgm:cxn modelId="{964406C7-1296-4F0D-BD24-F10E80E0AA1B}" srcId="{50484CC8-BD7B-4054-B00D-AA31DEAC3972}" destId="{8BAED8E8-2B65-410D-A909-A898F9679011}" srcOrd="3" destOrd="0" parTransId="{3E22E479-819F-4C39-B8D1-C419116EE247}" sibTransId="{0B30E8A1-2567-4F28-90ED-398EE0BFC913}"/>
    <dgm:cxn modelId="{6A1B11D8-040E-4D0D-AC3A-962CDA50676A}" type="presOf" srcId="{21AD731E-57FB-48C2-83B1-DAFC6C371F75}" destId="{14C5E455-CE35-4150-B14A-9CB772389BC1}" srcOrd="0" destOrd="0" presId="urn:microsoft.com/office/officeart/2005/8/layout/hList1"/>
    <dgm:cxn modelId="{EE0EC5EE-57FA-4309-B82F-3CB2B9082BF9}" srcId="{50484CC8-BD7B-4054-B00D-AA31DEAC3972}" destId="{46F83C7E-E7A1-4D3F-B651-1D0C1AFE223E}" srcOrd="0" destOrd="0" parTransId="{6A180D08-52CD-4A17-9632-84B5594895E0}" sibTransId="{F3C06BA8-EC6D-46C3-8CEF-B5065919B4A5}"/>
    <dgm:cxn modelId="{00DE75F0-2F06-4A32-9EA3-15472DE6ECF1}" srcId="{46F83C7E-E7A1-4D3F-B651-1D0C1AFE223E}" destId="{D2BA7344-5DC3-4A11-BEC9-B88FC020503B}" srcOrd="0" destOrd="0" parTransId="{236E920E-92A0-4A33-851D-D5269F5DCB99}" sibTransId="{069E18F4-C2F3-4229-B462-0D0B82923DCA}"/>
    <dgm:cxn modelId="{AF5E1CF7-91EF-4EF8-8F83-83B1C28C4FD2}" srcId="{D6505DFB-2755-4F7D-86A1-4B5DA43959D8}" destId="{0CDBE18B-BD33-4467-8B40-B410695DA023}" srcOrd="0" destOrd="0" parTransId="{B66F1A58-3654-45C7-BB77-EB19311753ED}" sibTransId="{0CE9BDAA-2B27-4DD0-A5DF-02522B4FD4A6}"/>
    <dgm:cxn modelId="{6286EDCC-B973-497F-8672-3CE51E0DD370}" type="presParOf" srcId="{BC95E936-9F24-42D7-B36C-A1BD37A31479}" destId="{8EF11677-A15E-4AD8-B38B-CD0C8A169167}" srcOrd="0" destOrd="0" presId="urn:microsoft.com/office/officeart/2005/8/layout/hList1"/>
    <dgm:cxn modelId="{86C51F1C-278A-4030-96F3-439BDED5D90D}" type="presParOf" srcId="{8EF11677-A15E-4AD8-B38B-CD0C8A169167}" destId="{D839C4AB-09B3-4252-AC6E-B0AF7005494E}" srcOrd="0" destOrd="0" presId="urn:microsoft.com/office/officeart/2005/8/layout/hList1"/>
    <dgm:cxn modelId="{4CB64A7B-4592-43DD-821E-0365DDC35794}" type="presParOf" srcId="{8EF11677-A15E-4AD8-B38B-CD0C8A169167}" destId="{D6FCAA7D-E368-40F6-B13F-1F05F7C2BF63}" srcOrd="1" destOrd="0" presId="urn:microsoft.com/office/officeart/2005/8/layout/hList1"/>
    <dgm:cxn modelId="{C4AC231F-37F4-47BC-90C0-7922A155DD91}" type="presParOf" srcId="{BC95E936-9F24-42D7-B36C-A1BD37A31479}" destId="{3E98B23E-DC04-499E-9E6C-F149999B4B81}" srcOrd="1" destOrd="0" presId="urn:microsoft.com/office/officeart/2005/8/layout/hList1"/>
    <dgm:cxn modelId="{9AC4F155-5614-470A-AA00-40AF9718B295}" type="presParOf" srcId="{BC95E936-9F24-42D7-B36C-A1BD37A31479}" destId="{44EE2B0E-0418-49D1-A51D-02CBA6A19E3C}" srcOrd="2" destOrd="0" presId="urn:microsoft.com/office/officeart/2005/8/layout/hList1"/>
    <dgm:cxn modelId="{03645769-24E8-4E24-B07A-BB08CB2B880A}" type="presParOf" srcId="{44EE2B0E-0418-49D1-A51D-02CBA6A19E3C}" destId="{3C072F2D-AD44-4E7E-8BFC-769A0E99A636}" srcOrd="0" destOrd="0" presId="urn:microsoft.com/office/officeart/2005/8/layout/hList1"/>
    <dgm:cxn modelId="{AB8D501B-A7E4-47C2-AC44-D74C48743544}" type="presParOf" srcId="{44EE2B0E-0418-49D1-A51D-02CBA6A19E3C}" destId="{5BF940F1-DD6A-4B21-8768-22689808B0A2}" srcOrd="1" destOrd="0" presId="urn:microsoft.com/office/officeart/2005/8/layout/hList1"/>
    <dgm:cxn modelId="{A72608A7-516A-4D9C-B8F3-679F371DE5CF}" type="presParOf" srcId="{BC95E936-9F24-42D7-B36C-A1BD37A31479}" destId="{1E33CA29-7178-48E9-A06F-CB7AB90B19E8}" srcOrd="3" destOrd="0" presId="urn:microsoft.com/office/officeart/2005/8/layout/hList1"/>
    <dgm:cxn modelId="{C8E7FB3C-461E-41B3-AB21-74F2F9D89EE9}" type="presParOf" srcId="{BC95E936-9F24-42D7-B36C-A1BD37A31479}" destId="{CF772B61-F7C7-452F-8F3C-28E77231A2F6}" srcOrd="4" destOrd="0" presId="urn:microsoft.com/office/officeart/2005/8/layout/hList1"/>
    <dgm:cxn modelId="{68E553FA-D475-4563-B8FA-C4AE5BE013F7}" type="presParOf" srcId="{CF772B61-F7C7-452F-8F3C-28E77231A2F6}" destId="{D3E16FE6-24E7-4D25-B289-90358872AF14}" srcOrd="0" destOrd="0" presId="urn:microsoft.com/office/officeart/2005/8/layout/hList1"/>
    <dgm:cxn modelId="{3B147C84-E9FE-4501-A03F-6E000A2ECD93}" type="presParOf" srcId="{CF772B61-F7C7-452F-8F3C-28E77231A2F6}" destId="{47D2026F-3E85-4BD8-A816-13EC9FBE1379}" srcOrd="1" destOrd="0" presId="urn:microsoft.com/office/officeart/2005/8/layout/hList1"/>
    <dgm:cxn modelId="{671A2E1B-A958-4EF5-8E83-E7ED5C6A9B13}" type="presParOf" srcId="{BC95E936-9F24-42D7-B36C-A1BD37A31479}" destId="{C9798B3F-7AA6-4034-BD05-FAAF6CE97AB2}" srcOrd="5" destOrd="0" presId="urn:microsoft.com/office/officeart/2005/8/layout/hList1"/>
    <dgm:cxn modelId="{D4EAD3A7-DF58-4637-A63B-8B7E163226BE}" type="presParOf" srcId="{BC95E936-9F24-42D7-B36C-A1BD37A31479}" destId="{D823D6DE-9D02-4433-B03B-7946DEFC1B71}" srcOrd="6" destOrd="0" presId="urn:microsoft.com/office/officeart/2005/8/layout/hList1"/>
    <dgm:cxn modelId="{211CDAC4-AB2D-4775-BA54-F3B07BB54C1E}" type="presParOf" srcId="{D823D6DE-9D02-4433-B03B-7946DEFC1B71}" destId="{DF0D0A2E-B2E1-4A1B-8A09-7C6865A5C628}" srcOrd="0" destOrd="0" presId="urn:microsoft.com/office/officeart/2005/8/layout/hList1"/>
    <dgm:cxn modelId="{EF4285EB-0A87-4055-8D42-4C542ECBA924}" type="presParOf" srcId="{D823D6DE-9D02-4433-B03B-7946DEFC1B71}" destId="{14C5E455-CE35-4150-B14A-9CB772389BC1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8A468D-78DE-4C09-B6F3-26C6A9AF205A}">
      <dsp:nvSpPr>
        <dsp:cNvPr id="0" name=""/>
        <dsp:cNvSpPr/>
      </dsp:nvSpPr>
      <dsp:spPr>
        <a:xfrm>
          <a:off x="0" y="0"/>
          <a:ext cx="8744553" cy="2176442"/>
        </a:xfrm>
        <a:prstGeom prst="roundRect">
          <a:avLst>
            <a:gd name="adj" fmla="val 10000"/>
          </a:avLst>
        </a:prstGeom>
        <a:solidFill>
          <a:srgbClr val="56E0C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b="1" kern="1200" dirty="0">
              <a:solidFill>
                <a:srgbClr val="0F2239"/>
              </a:solidFill>
            </a:rPr>
            <a:t>Javier Alejandro Aliaga Moreno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Backend, base de datos e integración.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Node.js - Express -  MySQL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Autenticación, perfil, reservas.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Integración Tavily + Ollama</a:t>
          </a:r>
        </a:p>
      </dsp:txBody>
      <dsp:txXfrm>
        <a:off x="1966554" y="0"/>
        <a:ext cx="6777998" cy="2176442"/>
      </dsp:txXfrm>
    </dsp:sp>
    <dsp:sp modelId="{6B5592BE-4A85-4C45-8A80-0A8A8D821F57}">
      <dsp:nvSpPr>
        <dsp:cNvPr id="0" name=""/>
        <dsp:cNvSpPr/>
      </dsp:nvSpPr>
      <dsp:spPr>
        <a:xfrm>
          <a:off x="202997" y="195592"/>
          <a:ext cx="1778204" cy="1912257"/>
        </a:xfrm>
        <a:prstGeom prst="roundRect">
          <a:avLst>
            <a:gd name="adj" fmla="val 10000"/>
          </a:avLst>
        </a:prstGeom>
        <a:blipFill rotWithShape="1">
          <a:blip xmlns:r="http://schemas.openxmlformats.org/officeDocument/2006/relationships" r:embed="rId1"/>
          <a:srcRect/>
          <a:stretch>
            <a:fillRect t="-1000" b="-1000"/>
          </a:stretch>
        </a:blipFill>
        <a:ln w="25400" cap="flat" cmpd="sng" algn="ctr">
          <a:solidFill>
            <a:srgbClr val="0F2239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85C0F2-1298-416F-A436-B7D99BCFDA26}">
      <dsp:nvSpPr>
        <dsp:cNvPr id="0" name=""/>
        <dsp:cNvSpPr/>
      </dsp:nvSpPr>
      <dsp:spPr>
        <a:xfrm>
          <a:off x="0" y="2394087"/>
          <a:ext cx="8744553" cy="2176442"/>
        </a:xfrm>
        <a:prstGeom prst="roundRect">
          <a:avLst>
            <a:gd name="adj" fmla="val 10000"/>
          </a:avLst>
        </a:prstGeom>
        <a:solidFill>
          <a:srgbClr val="56E0C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2600" b="1" kern="1200" dirty="0">
              <a:solidFill>
                <a:srgbClr val="0F2239"/>
              </a:solidFill>
            </a:rPr>
            <a:t>Javiera Paz Apablaza Lorca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Frontend, experiencia de usuario y pruebas.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Interfaz Flyandlodget.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Validación de formularios.</a:t>
          </a:r>
        </a:p>
        <a:p>
          <a:pPr marL="171450" lvl="1" indent="-171450" algn="just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Documentación y testing funcional.</a:t>
          </a:r>
        </a:p>
      </dsp:txBody>
      <dsp:txXfrm>
        <a:off x="1966554" y="2394087"/>
        <a:ext cx="6777998" cy="2176442"/>
      </dsp:txXfrm>
    </dsp:sp>
    <dsp:sp modelId="{3791654C-F7A4-4E58-B079-58E66165A186}">
      <dsp:nvSpPr>
        <dsp:cNvPr id="0" name=""/>
        <dsp:cNvSpPr/>
      </dsp:nvSpPr>
      <dsp:spPr>
        <a:xfrm>
          <a:off x="215694" y="2507270"/>
          <a:ext cx="1752810" cy="1950075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0000" b="-30000"/>
          </a:stretch>
        </a:blipFill>
        <a:ln w="25400" cap="flat" cmpd="sng" algn="ctr">
          <a:solidFill>
            <a:schemeClr val="tx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9C4AB-09B3-4252-AC6E-B0AF7005494E}">
      <dsp:nvSpPr>
        <dsp:cNvPr id="0" name=""/>
        <dsp:cNvSpPr/>
      </dsp:nvSpPr>
      <dsp:spPr>
        <a:xfrm>
          <a:off x="3679" y="1112105"/>
          <a:ext cx="2212405" cy="755934"/>
        </a:xfrm>
        <a:prstGeom prst="rect">
          <a:avLst/>
        </a:prstGeom>
        <a:solidFill>
          <a:srgbClr val="0F223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>
              <a:solidFill>
                <a:schemeClr val="bg1"/>
              </a:solidFill>
              <a:latin typeface="+mn-lt"/>
            </a:rPr>
            <a:t>Planificación</a:t>
          </a:r>
          <a:endParaRPr lang="es-CL" sz="1600" b="1" kern="1200" dirty="0">
            <a:solidFill>
              <a:schemeClr val="bg1"/>
            </a:solidFill>
            <a:latin typeface="+mn-lt"/>
          </a:endParaRPr>
        </a:p>
      </dsp:txBody>
      <dsp:txXfrm>
        <a:off x="3679" y="1112105"/>
        <a:ext cx="2212405" cy="755934"/>
      </dsp:txXfrm>
    </dsp:sp>
    <dsp:sp modelId="{D6FCAA7D-E368-40F6-B13F-1F05F7C2BF63}">
      <dsp:nvSpPr>
        <dsp:cNvPr id="0" name=""/>
        <dsp:cNvSpPr/>
      </dsp:nvSpPr>
      <dsp:spPr>
        <a:xfrm>
          <a:off x="3679" y="1763672"/>
          <a:ext cx="2212405" cy="1870245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Definición del problema, alcance, roles y backlog inicial.</a:t>
          </a:r>
        </a:p>
      </dsp:txBody>
      <dsp:txXfrm>
        <a:off x="3679" y="1763672"/>
        <a:ext cx="2212405" cy="1870245"/>
      </dsp:txXfrm>
    </dsp:sp>
    <dsp:sp modelId="{3C072F2D-AD44-4E7E-8BFC-769A0E99A636}">
      <dsp:nvSpPr>
        <dsp:cNvPr id="0" name=""/>
        <dsp:cNvSpPr/>
      </dsp:nvSpPr>
      <dsp:spPr>
        <a:xfrm>
          <a:off x="2525822" y="1164289"/>
          <a:ext cx="2212405" cy="547200"/>
        </a:xfrm>
        <a:prstGeom prst="rect">
          <a:avLst/>
        </a:prstGeom>
        <a:solidFill>
          <a:srgbClr val="0F223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>
              <a:solidFill>
                <a:schemeClr val="bg1"/>
              </a:solidFill>
              <a:latin typeface="+mn-lt"/>
            </a:rPr>
            <a:t>Desarrollo</a:t>
          </a:r>
          <a:r>
            <a:rPr lang="es-CL" sz="1400" kern="1200" dirty="0">
              <a:solidFill>
                <a:schemeClr val="bg1"/>
              </a:solidFill>
            </a:rPr>
            <a:t> </a:t>
          </a:r>
          <a:r>
            <a:rPr lang="es-CL" sz="1400" b="1" kern="1200" dirty="0">
              <a:solidFill>
                <a:schemeClr val="bg1"/>
              </a:solidFill>
              <a:latin typeface="+mn-lt"/>
            </a:rPr>
            <a:t>Incremental</a:t>
          </a:r>
        </a:p>
      </dsp:txBody>
      <dsp:txXfrm>
        <a:off x="2525822" y="1164289"/>
        <a:ext cx="2212405" cy="547200"/>
      </dsp:txXfrm>
    </dsp:sp>
    <dsp:sp modelId="{5BF940F1-DD6A-4B21-8768-22689808B0A2}">
      <dsp:nvSpPr>
        <dsp:cNvPr id="0" name=""/>
        <dsp:cNvSpPr/>
      </dsp:nvSpPr>
      <dsp:spPr>
        <a:xfrm>
          <a:off x="2525822" y="1711489"/>
          <a:ext cx="2212405" cy="1870245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Construcción por módulos: usuarios, búsqueda, reservas y perfil.	</a:t>
          </a:r>
        </a:p>
      </dsp:txBody>
      <dsp:txXfrm>
        <a:off x="2525822" y="1711489"/>
        <a:ext cx="2212405" cy="1870245"/>
      </dsp:txXfrm>
    </dsp:sp>
    <dsp:sp modelId="{D3E16FE6-24E7-4D25-B289-90358872AF14}">
      <dsp:nvSpPr>
        <dsp:cNvPr id="0" name=""/>
        <dsp:cNvSpPr/>
      </dsp:nvSpPr>
      <dsp:spPr>
        <a:xfrm>
          <a:off x="5047964" y="1164289"/>
          <a:ext cx="2212405" cy="547200"/>
        </a:xfrm>
        <a:prstGeom prst="rect">
          <a:avLst/>
        </a:prstGeom>
        <a:solidFill>
          <a:srgbClr val="0F223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>
              <a:solidFill>
                <a:schemeClr val="bg1"/>
              </a:solidFill>
              <a:latin typeface="+mn-lt"/>
            </a:rPr>
            <a:t>Pruebas</a:t>
          </a:r>
          <a:r>
            <a:rPr lang="es-CL" sz="1400" b="1" kern="1200" dirty="0">
              <a:solidFill>
                <a:srgbClr val="0F2239"/>
              </a:solidFill>
              <a:latin typeface="+mn-lt"/>
            </a:rPr>
            <a:t> </a:t>
          </a:r>
          <a:r>
            <a:rPr lang="es-CL" sz="1400" b="1" kern="1200" dirty="0">
              <a:solidFill>
                <a:schemeClr val="bg1"/>
              </a:solidFill>
              <a:latin typeface="+mn-lt"/>
            </a:rPr>
            <a:t>Funcionales</a:t>
          </a:r>
        </a:p>
      </dsp:txBody>
      <dsp:txXfrm>
        <a:off x="5047964" y="1164289"/>
        <a:ext cx="2212405" cy="547200"/>
      </dsp:txXfrm>
    </dsp:sp>
    <dsp:sp modelId="{47D2026F-3E85-4BD8-A816-13EC9FBE1379}">
      <dsp:nvSpPr>
        <dsp:cNvPr id="0" name=""/>
        <dsp:cNvSpPr/>
      </dsp:nvSpPr>
      <dsp:spPr>
        <a:xfrm>
          <a:off x="5047964" y="1711489"/>
          <a:ext cx="2212405" cy="1870245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Validación de formularios, presupuesto y flujos principales.</a:t>
          </a:r>
        </a:p>
      </dsp:txBody>
      <dsp:txXfrm>
        <a:off x="5047964" y="1711489"/>
        <a:ext cx="2212405" cy="1870245"/>
      </dsp:txXfrm>
    </dsp:sp>
    <dsp:sp modelId="{DF0D0A2E-B2E1-4A1B-8A09-7C6865A5C628}">
      <dsp:nvSpPr>
        <dsp:cNvPr id="0" name=""/>
        <dsp:cNvSpPr/>
      </dsp:nvSpPr>
      <dsp:spPr>
        <a:xfrm>
          <a:off x="7570107" y="1164289"/>
          <a:ext cx="2212405" cy="547200"/>
        </a:xfrm>
        <a:prstGeom prst="rect">
          <a:avLst/>
        </a:prstGeom>
        <a:solidFill>
          <a:srgbClr val="0F2239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56896" rIns="99568" bIns="56896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>
              <a:solidFill>
                <a:schemeClr val="bg1"/>
              </a:solidFill>
              <a:latin typeface="+mn-lt"/>
            </a:rPr>
            <a:t>Mejora Continua</a:t>
          </a:r>
        </a:p>
      </dsp:txBody>
      <dsp:txXfrm>
        <a:off x="7570107" y="1164289"/>
        <a:ext cx="2212405" cy="547200"/>
      </dsp:txXfrm>
    </dsp:sp>
    <dsp:sp modelId="{14C5E455-CE35-4150-B14A-9CB772389BC1}">
      <dsp:nvSpPr>
        <dsp:cNvPr id="0" name=""/>
        <dsp:cNvSpPr/>
      </dsp:nvSpPr>
      <dsp:spPr>
        <a:xfrm>
          <a:off x="7570107" y="1711489"/>
          <a:ext cx="2212405" cy="1870245"/>
        </a:xfrm>
        <a:prstGeom prst="rect">
          <a:avLst/>
        </a:prstGeom>
        <a:solidFill>
          <a:schemeClr val="bg1"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346" tIns="101346" rIns="135128" bIns="152019" numCol="1" spcCol="1270" anchor="ctr" anchorCtr="0">
          <a:noAutofit/>
        </a:bodyPr>
        <a:lstStyle/>
        <a:p>
          <a:pPr marL="171450" lvl="1" indent="-171450" algn="ctr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900" kern="1200" dirty="0">
              <a:solidFill>
                <a:srgbClr val="0F2239"/>
              </a:solidFill>
            </a:rPr>
            <a:t>Correcciones por retroalimentación y ajustes de interfaz.</a:t>
          </a:r>
        </a:p>
      </dsp:txBody>
      <dsp:txXfrm>
        <a:off x="7570107" y="1711489"/>
        <a:ext cx="2212405" cy="18702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C1BDD1-CC87-41CF-8AAE-510D859CB038}" type="datetimeFigureOut">
              <a:rPr lang="es-CL" smtClean="0"/>
              <a:t>30-06-2026</a:t>
            </a:fld>
            <a:endParaRPr lang="es-C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685800"/>
            <a:ext cx="59531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BEB7D-32B4-4A1C-B5F7-CCB9128FFB7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4227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595457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90915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786372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381829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2977286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572744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168201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763658" algn="l" defTabSz="119091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2438" y="685800"/>
            <a:ext cx="5953125" cy="3429000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9BEB7D-32B4-4A1C-B5F7-CCB9128FFB71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97839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282" y="2181221"/>
            <a:ext cx="10361851" cy="15050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563" y="3978858"/>
            <a:ext cx="8533289" cy="17943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95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90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863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81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772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572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1682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763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960" y="4511974"/>
            <a:ext cx="10361851" cy="1394550"/>
          </a:xfrm>
        </p:spPr>
        <p:txBody>
          <a:bodyPr anchor="t"/>
          <a:lstStyle>
            <a:lvl1pPr algn="l">
              <a:defRPr sz="52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960" y="2976018"/>
            <a:ext cx="10361851" cy="1535955"/>
          </a:xfrm>
        </p:spPr>
        <p:txBody>
          <a:bodyPr anchor="b"/>
          <a:lstStyle>
            <a:lvl1pPr marL="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1pPr>
            <a:lvl2pPr marL="595457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909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7863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38182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97728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5727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16820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76365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22" y="1638355"/>
            <a:ext cx="5384099" cy="4633874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6794" y="1638355"/>
            <a:ext cx="5384099" cy="4633874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571715"/>
            <a:ext cx="5386216" cy="655017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95457" indent="0">
              <a:buNone/>
              <a:defRPr sz="2600" b="1"/>
            </a:lvl2pPr>
            <a:lvl3pPr marL="1190915" indent="0">
              <a:buNone/>
              <a:defRPr sz="2300" b="1"/>
            </a:lvl3pPr>
            <a:lvl4pPr marL="1786372" indent="0">
              <a:buNone/>
              <a:defRPr sz="2100" b="1"/>
            </a:lvl4pPr>
            <a:lvl5pPr marL="2381829" indent="0">
              <a:buNone/>
              <a:defRPr sz="2100" b="1"/>
            </a:lvl5pPr>
            <a:lvl6pPr marL="2977286" indent="0">
              <a:buNone/>
              <a:defRPr sz="2100" b="1"/>
            </a:lvl6pPr>
            <a:lvl7pPr marL="3572744" indent="0">
              <a:buNone/>
              <a:defRPr sz="2100" b="1"/>
            </a:lvl7pPr>
            <a:lvl8pPr marL="4168201" indent="0">
              <a:buNone/>
              <a:defRPr sz="2100" b="1"/>
            </a:lvl8pPr>
            <a:lvl9pPr marL="476365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21" y="2226730"/>
            <a:ext cx="5386216" cy="4045497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564" y="1571715"/>
            <a:ext cx="5388332" cy="655017"/>
          </a:xfrm>
        </p:spPr>
        <p:txBody>
          <a:bodyPr anchor="b"/>
          <a:lstStyle>
            <a:lvl1pPr marL="0" indent="0">
              <a:buNone/>
              <a:defRPr sz="3100" b="1"/>
            </a:lvl1pPr>
            <a:lvl2pPr marL="595457" indent="0">
              <a:buNone/>
              <a:defRPr sz="2600" b="1"/>
            </a:lvl2pPr>
            <a:lvl3pPr marL="1190915" indent="0">
              <a:buNone/>
              <a:defRPr sz="2300" b="1"/>
            </a:lvl3pPr>
            <a:lvl4pPr marL="1786372" indent="0">
              <a:buNone/>
              <a:defRPr sz="2100" b="1"/>
            </a:lvl4pPr>
            <a:lvl5pPr marL="2381829" indent="0">
              <a:buNone/>
              <a:defRPr sz="2100" b="1"/>
            </a:lvl5pPr>
            <a:lvl6pPr marL="2977286" indent="0">
              <a:buNone/>
              <a:defRPr sz="2100" b="1"/>
            </a:lvl6pPr>
            <a:lvl7pPr marL="3572744" indent="0">
              <a:buNone/>
              <a:defRPr sz="2100" b="1"/>
            </a:lvl7pPr>
            <a:lvl8pPr marL="4168201" indent="0">
              <a:buNone/>
              <a:defRPr sz="2100" b="1"/>
            </a:lvl8pPr>
            <a:lvl9pPr marL="476365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564" y="2226730"/>
            <a:ext cx="5388332" cy="4045497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24" y="279560"/>
            <a:ext cx="4010562" cy="1189758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114" y="279562"/>
            <a:ext cx="6814779" cy="5992666"/>
          </a:xfrm>
        </p:spPr>
        <p:txBody>
          <a:bodyPr/>
          <a:lstStyle>
            <a:lvl1pPr>
              <a:defRPr sz="4200"/>
            </a:lvl1pPr>
            <a:lvl2pPr>
              <a:defRPr sz="3600"/>
            </a:lvl2pPr>
            <a:lvl3pPr>
              <a:defRPr sz="31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24" y="1469319"/>
            <a:ext cx="4010562" cy="4802910"/>
          </a:xfrm>
        </p:spPr>
        <p:txBody>
          <a:bodyPr/>
          <a:lstStyle>
            <a:lvl1pPr marL="0" indent="0">
              <a:buNone/>
              <a:defRPr sz="1800"/>
            </a:lvl1pPr>
            <a:lvl2pPr marL="595457" indent="0">
              <a:buNone/>
              <a:defRPr sz="1600"/>
            </a:lvl2pPr>
            <a:lvl3pPr marL="1190915" indent="0">
              <a:buNone/>
              <a:defRPr sz="1300"/>
            </a:lvl3pPr>
            <a:lvl4pPr marL="1786372" indent="0">
              <a:buNone/>
              <a:defRPr sz="1200"/>
            </a:lvl4pPr>
            <a:lvl5pPr marL="2381829" indent="0">
              <a:buNone/>
              <a:defRPr sz="1200"/>
            </a:lvl5pPr>
            <a:lvl6pPr marL="2977286" indent="0">
              <a:buNone/>
              <a:defRPr sz="1200"/>
            </a:lvl6pPr>
            <a:lvl7pPr marL="3572744" indent="0">
              <a:buNone/>
              <a:defRPr sz="1200"/>
            </a:lvl7pPr>
            <a:lvl8pPr marL="4168201" indent="0">
              <a:buNone/>
              <a:defRPr sz="1200"/>
            </a:lvl8pPr>
            <a:lvl9pPr marL="476365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406" y="4915060"/>
            <a:ext cx="7314248" cy="580251"/>
          </a:xfrm>
        </p:spPr>
        <p:txBody>
          <a:bodyPr anchor="b"/>
          <a:lstStyle>
            <a:lvl1pPr algn="l">
              <a:defRPr sz="26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406" y="627386"/>
            <a:ext cx="7314248" cy="4212908"/>
          </a:xfrm>
        </p:spPr>
        <p:txBody>
          <a:bodyPr/>
          <a:lstStyle>
            <a:lvl1pPr marL="0" indent="0">
              <a:buNone/>
              <a:defRPr sz="4200"/>
            </a:lvl1pPr>
            <a:lvl2pPr marL="595457" indent="0">
              <a:buNone/>
              <a:defRPr sz="3600"/>
            </a:lvl2pPr>
            <a:lvl3pPr marL="1190915" indent="0">
              <a:buNone/>
              <a:defRPr sz="3100"/>
            </a:lvl3pPr>
            <a:lvl4pPr marL="1786372" indent="0">
              <a:buNone/>
              <a:defRPr sz="2600"/>
            </a:lvl4pPr>
            <a:lvl5pPr marL="2381829" indent="0">
              <a:buNone/>
              <a:defRPr sz="2600"/>
            </a:lvl5pPr>
            <a:lvl6pPr marL="2977286" indent="0">
              <a:buNone/>
              <a:defRPr sz="2600"/>
            </a:lvl6pPr>
            <a:lvl7pPr marL="3572744" indent="0">
              <a:buNone/>
              <a:defRPr sz="2600"/>
            </a:lvl7pPr>
            <a:lvl8pPr marL="4168201" indent="0">
              <a:buNone/>
              <a:defRPr sz="2600"/>
            </a:lvl8pPr>
            <a:lvl9pPr marL="4763658" indent="0">
              <a:buNone/>
              <a:defRPr sz="2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406" y="5495311"/>
            <a:ext cx="7314248" cy="824052"/>
          </a:xfrm>
        </p:spPr>
        <p:txBody>
          <a:bodyPr/>
          <a:lstStyle>
            <a:lvl1pPr marL="0" indent="0">
              <a:buNone/>
              <a:defRPr sz="1800"/>
            </a:lvl1pPr>
            <a:lvl2pPr marL="595457" indent="0">
              <a:buNone/>
              <a:defRPr sz="1600"/>
            </a:lvl2pPr>
            <a:lvl3pPr marL="1190915" indent="0">
              <a:buNone/>
              <a:defRPr sz="1300"/>
            </a:lvl3pPr>
            <a:lvl4pPr marL="1786372" indent="0">
              <a:buNone/>
              <a:defRPr sz="1200"/>
            </a:lvl4pPr>
            <a:lvl5pPr marL="2381829" indent="0">
              <a:buNone/>
              <a:defRPr sz="1200"/>
            </a:lvl5pPr>
            <a:lvl6pPr marL="2977286" indent="0">
              <a:buNone/>
              <a:defRPr sz="1200"/>
            </a:lvl6pPr>
            <a:lvl7pPr marL="3572744" indent="0">
              <a:buNone/>
              <a:defRPr sz="1200"/>
            </a:lvl7pPr>
            <a:lvl8pPr marL="4168201" indent="0">
              <a:buNone/>
              <a:defRPr sz="1200"/>
            </a:lvl8pPr>
            <a:lvl9pPr marL="476365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050" y="281189"/>
            <a:ext cx="2742843" cy="59910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22" y="281189"/>
            <a:ext cx="8025355" cy="59910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F2239"/>
            </a:gs>
            <a:gs pos="78000">
              <a:srgbClr val="008080"/>
            </a:gs>
            <a:gs pos="99000">
              <a:schemeClr val="accent1">
                <a:tint val="23500"/>
                <a:satMod val="160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21" y="281185"/>
            <a:ext cx="10971372" cy="1170252"/>
          </a:xfrm>
          <a:prstGeom prst="rect">
            <a:avLst/>
          </a:prstGeom>
        </p:spPr>
        <p:txBody>
          <a:bodyPr vert="horz" lIns="119091" tIns="59546" rIns="119091" bIns="5954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21" y="1638355"/>
            <a:ext cx="10971372" cy="4633874"/>
          </a:xfrm>
          <a:prstGeom prst="rect">
            <a:avLst/>
          </a:prstGeom>
        </p:spPr>
        <p:txBody>
          <a:bodyPr vert="horz" lIns="119091" tIns="59546" rIns="119091" bIns="5954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20" y="6507904"/>
            <a:ext cx="2844430" cy="373831"/>
          </a:xfrm>
          <a:prstGeom prst="rect">
            <a:avLst/>
          </a:prstGeom>
        </p:spPr>
        <p:txBody>
          <a:bodyPr vert="horz" lIns="119091" tIns="59546" rIns="119091" bIns="59546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059" y="6507904"/>
            <a:ext cx="3860297" cy="373831"/>
          </a:xfrm>
          <a:prstGeom prst="rect">
            <a:avLst/>
          </a:prstGeom>
        </p:spPr>
        <p:txBody>
          <a:bodyPr vert="horz" lIns="119091" tIns="59546" rIns="119091" bIns="59546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6463" y="6507904"/>
            <a:ext cx="2844430" cy="373831"/>
          </a:xfrm>
          <a:prstGeom prst="rect">
            <a:avLst/>
          </a:prstGeom>
        </p:spPr>
        <p:txBody>
          <a:bodyPr vert="horz" lIns="119091" tIns="59546" rIns="119091" bIns="59546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95457" rtl="0" eaLnBrk="1" latinLnBrk="0" hangingPunct="1">
        <a:spcBef>
          <a:spcPct val="0"/>
        </a:spcBef>
        <a:buNone/>
        <a:defRPr sz="5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593" indent="-446593" algn="l" defTabSz="595457" rtl="0" eaLnBrk="1" latinLnBrk="0" hangingPunct="1">
        <a:spcBef>
          <a:spcPct val="20000"/>
        </a:spcBef>
        <a:buFont typeface="Arial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967618" indent="-372161" algn="l" defTabSz="595457" rtl="0" eaLnBrk="1" latinLnBrk="0" hangingPunct="1">
        <a:spcBef>
          <a:spcPct val="20000"/>
        </a:spcBef>
        <a:buFont typeface="Arial"/>
        <a:buChar char="–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488643" indent="-297729" algn="l" defTabSz="595457" rtl="0" eaLnBrk="1" latinLnBrk="0" hangingPunct="1">
        <a:spcBef>
          <a:spcPct val="20000"/>
        </a:spcBef>
        <a:buFont typeface="Arial"/>
        <a:buChar char="•"/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084100" indent="-297729" algn="l" defTabSz="595457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79558" indent="-297729" algn="l" defTabSz="595457" rtl="0" eaLnBrk="1" latinLnBrk="0" hangingPunct="1">
        <a:spcBef>
          <a:spcPct val="20000"/>
        </a:spcBef>
        <a:buFont typeface="Arial"/>
        <a:buChar char="»"/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75015" indent="-297729" algn="l" defTabSz="595457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870472" indent="-297729" algn="l" defTabSz="595457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465930" indent="-297729" algn="l" defTabSz="595457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061387" indent="-297729" algn="l" defTabSz="595457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95457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90915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86372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81829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977286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572744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168201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763658" algn="l" defTabSz="595457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1117453" y="4049538"/>
            <a:ext cx="10361851" cy="864495"/>
          </a:xfrm>
        </p:spPr>
        <p:txBody>
          <a:bodyPr>
            <a:normAutofit fontScale="90000"/>
          </a:bodyPr>
          <a:lstStyle/>
          <a:p>
            <a:r>
              <a:rPr lang="es-CL" b="1" dirty="0">
                <a:solidFill>
                  <a:srgbClr val="0F2239"/>
                </a:solidFill>
              </a:rPr>
              <a:t>Proyecto ‘‘Flyandlodget’’</a:t>
            </a:r>
          </a:p>
        </p:txBody>
      </p:sp>
      <p:sp>
        <p:nvSpPr>
          <p:cNvPr id="5" name="1 Título"/>
          <p:cNvSpPr txBox="1">
            <a:spLocks/>
          </p:cNvSpPr>
          <p:nvPr/>
        </p:nvSpPr>
        <p:spPr>
          <a:xfrm>
            <a:off x="1117455" y="4891434"/>
            <a:ext cx="10361851" cy="500749"/>
          </a:xfrm>
          <a:prstGeom prst="rect">
            <a:avLst/>
          </a:prstGeom>
        </p:spPr>
        <p:txBody>
          <a:bodyPr vert="horz" lIns="119091" tIns="59546" rIns="119091" bIns="59546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600" dirty="0">
                <a:solidFill>
                  <a:srgbClr val="0F2239"/>
                </a:solidFill>
              </a:rPr>
              <a:t>Tu viaje, en un solo lugar</a:t>
            </a:r>
          </a:p>
        </p:txBody>
      </p:sp>
      <p:pic>
        <p:nvPicPr>
          <p:cNvPr id="6" name="Image 1" descr="/mnt/data/proy_v18/proyecto-viajes/Producto/frontend/assets/flyandlodge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4500" y="786086"/>
            <a:ext cx="3107759" cy="3263451"/>
          </a:xfrm>
          <a:prstGeom prst="rect">
            <a:avLst/>
          </a:prstGeom>
        </p:spPr>
      </p:pic>
      <p:sp>
        <p:nvSpPr>
          <p:cNvPr id="7" name="1 Título"/>
          <p:cNvSpPr txBox="1">
            <a:spLocks/>
          </p:cNvSpPr>
          <p:nvPr/>
        </p:nvSpPr>
        <p:spPr>
          <a:xfrm>
            <a:off x="1117455" y="5548217"/>
            <a:ext cx="10361851" cy="500749"/>
          </a:xfrm>
          <a:prstGeom prst="rect">
            <a:avLst/>
          </a:prstGeom>
        </p:spPr>
        <p:txBody>
          <a:bodyPr vert="horz" lIns="119091" tIns="59546" rIns="119091" bIns="59546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600" dirty="0">
                <a:solidFill>
                  <a:schemeClr val="bg1"/>
                </a:solidFill>
              </a:rPr>
              <a:t>Presentación final</a:t>
            </a:r>
          </a:p>
        </p:txBody>
      </p:sp>
    </p:spTree>
    <p:extLst>
      <p:ext uri="{BB962C8B-B14F-4D97-AF65-F5344CB8AC3E}">
        <p14:creationId xmlns:p14="http://schemas.microsoft.com/office/powerpoint/2010/main" val="2005534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609521" y="709702"/>
            <a:ext cx="10971372" cy="1170252"/>
          </a:xfrm>
        </p:spPr>
        <p:txBody>
          <a:bodyPr>
            <a:normAutofit/>
          </a:bodyPr>
          <a:lstStyle/>
          <a:p>
            <a:r>
              <a:rPr lang="es-CL" sz="5200" b="1" dirty="0">
                <a:solidFill>
                  <a:schemeClr val="bg1"/>
                </a:solidFill>
              </a:rPr>
              <a:t>INTEGRANTES DEL PROYECTO</a:t>
            </a:r>
          </a:p>
        </p:txBody>
      </p:sp>
      <p:graphicFrame>
        <p:nvGraphicFramePr>
          <p:cNvPr id="8" name="7 Diagrama"/>
          <p:cNvGraphicFramePr/>
          <p:nvPr>
            <p:extLst>
              <p:ext uri="{D42A27DB-BD31-4B8C-83A1-F6EECF244321}">
                <p14:modId xmlns:p14="http://schemas.microsoft.com/office/powerpoint/2010/main" val="3314751183"/>
              </p:ext>
            </p:extLst>
          </p:nvPr>
        </p:nvGraphicFramePr>
        <p:xfrm>
          <a:off x="1384300" y="1879954"/>
          <a:ext cx="8744553" cy="45716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188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41248"/>
            <a:ext cx="10789920" cy="777240"/>
          </a:xfrm>
        </p:spPr>
        <p:txBody>
          <a:bodyPr/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OPORTUNIDAD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dirty="0" err="1">
                <a:solidFill>
                  <a:srgbClr val="FFFFFF"/>
                </a:solidFill>
                <a:latin typeface="Arial"/>
              </a:rPr>
              <a:t>Existe</a:t>
            </a:r>
            <a:r>
              <a:rPr sz="220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220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oportunidad</a:t>
            </a:r>
            <a:r>
              <a:rPr sz="2200" dirty="0">
                <a:solidFill>
                  <a:srgbClr val="FFFFFF"/>
                </a:solidFill>
                <a:latin typeface="Arial"/>
              </a:rPr>
              <a:t> para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simplificar</a:t>
            </a:r>
            <a:r>
              <a:rPr sz="2200" dirty="0">
                <a:solidFill>
                  <a:srgbClr val="FFFFFF"/>
                </a:solidFill>
                <a:latin typeface="Arial"/>
              </a:rPr>
              <a:t> la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planificación</a:t>
            </a:r>
            <a:r>
              <a:rPr sz="2200" dirty="0">
                <a:solidFill>
                  <a:srgbClr val="FFFFFF"/>
                </a:solidFill>
                <a:latin typeface="Arial"/>
              </a:rPr>
              <a:t> de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viajes</a:t>
            </a:r>
            <a:r>
              <a:rPr sz="220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desde</a:t>
            </a:r>
            <a:r>
              <a:rPr sz="2200" dirty="0">
                <a:solidFill>
                  <a:srgbClr val="FFFFFF"/>
                </a:solidFill>
                <a:latin typeface="Arial"/>
              </a:rPr>
              <a:t>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una</a:t>
            </a:r>
            <a:r>
              <a:rPr sz="2200" dirty="0">
                <a:solidFill>
                  <a:srgbClr val="FFFFFF"/>
                </a:solidFill>
                <a:latin typeface="Arial"/>
              </a:rPr>
              <a:t> sola </a:t>
            </a:r>
            <a:r>
              <a:rPr sz="2200" dirty="0" err="1">
                <a:solidFill>
                  <a:srgbClr val="FFFFFF"/>
                </a:solidFill>
                <a:latin typeface="Arial"/>
              </a:rPr>
              <a:t>plataforma</a:t>
            </a:r>
            <a:r>
              <a:rPr sz="2200" dirty="0">
                <a:solidFill>
                  <a:srgbClr val="FFFFFF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432304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16152" y="2496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Búsqueda fragmentada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07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Los usuarios consultan diferentes plataformas para buscar vuelos y alojamientos.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608765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16152" y="3639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11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Comparación compleja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Comparar precios, disponibilidad y condiciones requiere más tiempo y esfuerzo.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754880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16152" y="4782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54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Control del presupuesto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093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El presupuesto total puede ser difícil de controlar durante una búsqueda rápida.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41248"/>
            <a:ext cx="10789920" cy="777240"/>
          </a:xfrm>
        </p:spPr>
        <p:txBody>
          <a:bodyPr/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IDEA PROPUESTA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6916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Una experiencia integrada, clara y orientada al presupuesto del usuario.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331720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16152" y="2496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68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Centralización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807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Flyandlodget reúne vuelos y alojamientos en una sola experiencia web.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16152" y="3639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611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Presupuesto máximo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50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Prioriza alternativas que se ajustan al monto máximo indicado por el usuario.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617720"/>
            <a:ext cx="10104120" cy="93268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216152" y="4782312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754880"/>
            <a:ext cx="9006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0B2337"/>
                </a:solidFill>
                <a:latin typeface="Arial"/>
              </a:rPr>
              <a:t>Gestión personal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5093208"/>
            <a:ext cx="9006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Arial"/>
              </a:rPr>
              <a:t>Permite guardar y administrar reservas desde una cuenta personal.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68680"/>
            <a:ext cx="10789920" cy="822960"/>
          </a:xfrm>
        </p:spPr>
        <p:txBody>
          <a:bodyPr/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OBJETIVO GENERAL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914400" y="2103120"/>
            <a:ext cx="10332720" cy="2560320"/>
          </a:xfrm>
          <a:prstGeom prst="roundRect">
            <a:avLst/>
          </a:prstGeom>
          <a:solidFill>
            <a:srgbClr val="ECF0F4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17320" y="2606040"/>
            <a:ext cx="93268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3000">
                <a:solidFill>
                  <a:srgbClr val="000000"/>
                </a:solidFill>
                <a:latin typeface="Arial"/>
              </a:rPr>
              <a:t>Desarrollar una aplicación web que permita buscar, comparar y guardar alternativas de viaje, integrando vuelos y alojamientos en una sola experiencia orientada al presupuesto del usuario.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4983480"/>
            <a:ext cx="3566160" cy="73152"/>
          </a:xfrm>
          <a:prstGeom prst="rect">
            <a:avLst/>
          </a:prstGeom>
          <a:solidFill>
            <a:srgbClr val="00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841248"/>
            <a:ext cx="10789920" cy="777240"/>
          </a:xfrm>
        </p:spPr>
        <p:txBody>
          <a:bodyPr/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OBJETIVOS ESPECÍFICOS</a:t>
            </a:r>
          </a:p>
        </p:txBody>
      </p:sp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05840" y="1874519"/>
            <a:ext cx="10241280" cy="74980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170432" y="2039111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20" y="2011679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337"/>
                </a:solidFill>
                <a:latin typeface="Arial"/>
              </a:rPr>
              <a:t>Registro y perfil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20" y="2350007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Implementar registro, inicio de sesión y edición de perfil de usuario.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715767"/>
            <a:ext cx="10241280" cy="74980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70432" y="2880359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852927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337"/>
                </a:solidFill>
                <a:latin typeface="Arial"/>
              </a:rPr>
              <a:t>Búsqueda web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191255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Consultar información web de vuelos y alojamientos mediante Tavily.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557015"/>
            <a:ext cx="10241280" cy="74980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70432" y="3721607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3694175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337"/>
                </a:solidFill>
                <a:latin typeface="Arial"/>
              </a:rPr>
              <a:t>Análisis 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20" y="4032503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Analizar y ordenar resultados con Ollama local, priorizando el presupuesto indicado.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398263"/>
            <a:ext cx="10241280" cy="74980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170432" y="4562855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20" y="4535423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337"/>
                </a:solidFill>
                <a:latin typeface="Arial"/>
              </a:rPr>
              <a:t>Persistencia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4873751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Guardar fuentes, resultados y reservas seleccionadas en MySQL.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5840" y="5239511"/>
            <a:ext cx="10241280" cy="749808"/>
          </a:xfrm>
          <a:prstGeom prst="roundRect">
            <a:avLst/>
          </a:prstGeom>
          <a:solidFill>
            <a:srgbClr val="ECF0F4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170432" y="5404103"/>
            <a:ext cx="502920" cy="329184"/>
          </a:xfrm>
          <a:prstGeom prst="roundRect">
            <a:avLst/>
          </a:prstGeom>
          <a:solidFill>
            <a:srgbClr val="0B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5376671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337"/>
                </a:solidFill>
                <a:latin typeface="Arial"/>
              </a:rPr>
              <a:t>Gestión de reservas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20" y="5714999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Permitir crear, consultar, actualizar y eliminar reservas seleccionadas.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78365"/>
            <a:ext cx="10971372" cy="1170252"/>
          </a:xfrm>
        </p:spPr>
        <p:txBody>
          <a:bodyPr>
            <a:normAutofit/>
          </a:bodyPr>
          <a:lstStyle/>
          <a:p>
            <a:r>
              <a:rPr lang="es-CL" sz="5200" b="1" dirty="0">
                <a:solidFill>
                  <a:schemeClr val="bg1"/>
                </a:solidFill>
              </a:rPr>
              <a:t>ALCANCES Y LIMITACIONES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523" y="1638355"/>
            <a:ext cx="4470478" cy="463387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r>
              <a:rPr lang="es-CL" b="1" dirty="0">
                <a:solidFill>
                  <a:schemeClr val="bg1"/>
                </a:solidFill>
              </a:rPr>
              <a:t>ALCANCES</a:t>
            </a:r>
          </a:p>
          <a:p>
            <a:pPr marL="0" indent="0">
              <a:lnSpc>
                <a:spcPct val="110000"/>
              </a:lnSpc>
              <a:buNone/>
            </a:pPr>
            <a:endParaRPr lang="es-CL" dirty="0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</a:pPr>
            <a:r>
              <a:rPr lang="es-CL" sz="2900" dirty="0">
                <a:solidFill>
                  <a:schemeClr val="bg1"/>
                </a:solidFill>
              </a:rPr>
              <a:t>Búsqueda web de vuelos y alojamientos.</a:t>
            </a:r>
          </a:p>
          <a:p>
            <a:pPr algn="just">
              <a:lnSpc>
                <a:spcPct val="110000"/>
              </a:lnSpc>
            </a:pPr>
            <a:r>
              <a:rPr lang="es-CL" sz="2900" dirty="0">
                <a:solidFill>
                  <a:schemeClr val="bg1"/>
                </a:solidFill>
              </a:rPr>
              <a:t>Presupuesto máximo como regla estricta.</a:t>
            </a:r>
          </a:p>
          <a:p>
            <a:pPr algn="just">
              <a:lnSpc>
                <a:spcPct val="110000"/>
              </a:lnSpc>
            </a:pPr>
            <a:r>
              <a:rPr lang="es-CL" sz="2900" dirty="0">
                <a:solidFill>
                  <a:schemeClr val="bg1"/>
                </a:solidFill>
              </a:rPr>
              <a:t>Registro, login, perfil y gestión de reservas.</a:t>
            </a:r>
          </a:p>
          <a:p>
            <a:pPr algn="just">
              <a:lnSpc>
                <a:spcPct val="110000"/>
              </a:lnSpc>
            </a:pPr>
            <a:r>
              <a:rPr lang="es-CL" sz="2900" dirty="0">
                <a:solidFill>
                  <a:schemeClr val="bg1"/>
                </a:solidFill>
              </a:rPr>
              <a:t>Almacenamiento de usuarios, fuentes y reservas en MySQL.</a:t>
            </a:r>
          </a:p>
          <a:p>
            <a:pPr algn="just">
              <a:lnSpc>
                <a:spcPct val="110000"/>
              </a:lnSpc>
            </a:pPr>
            <a:r>
              <a:rPr lang="es-CL" sz="2900" dirty="0">
                <a:solidFill>
                  <a:schemeClr val="bg1"/>
                </a:solidFill>
              </a:rPr>
              <a:t>Interfaz profesional con identidad </a:t>
            </a:r>
            <a:r>
              <a:rPr lang="es-CL" sz="2900" i="1" dirty="0">
                <a:solidFill>
                  <a:schemeClr val="bg1"/>
                </a:solidFill>
              </a:rPr>
              <a:t>Flyandlodget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6795" y="1638355"/>
            <a:ext cx="4471206" cy="4633874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b="1" dirty="0">
                <a:solidFill>
                  <a:schemeClr val="bg1"/>
                </a:solidFill>
              </a:rPr>
              <a:t>LIMITACIONES</a:t>
            </a:r>
          </a:p>
          <a:p>
            <a:pPr marL="0" indent="0">
              <a:buNone/>
            </a:pPr>
            <a:endParaRPr lang="es-CL" b="1" dirty="0">
              <a:solidFill>
                <a:schemeClr val="bg1"/>
              </a:solidFill>
            </a:endParaRPr>
          </a:p>
          <a:p>
            <a:pPr algn="just"/>
            <a:r>
              <a:rPr lang="es-CL" sz="2900" dirty="0">
                <a:solidFill>
                  <a:schemeClr val="bg1"/>
                </a:solidFill>
              </a:rPr>
              <a:t>Los precios obtenidos en internet son referenciales.</a:t>
            </a:r>
          </a:p>
          <a:p>
            <a:pPr algn="just"/>
            <a:r>
              <a:rPr lang="es-CL" sz="2900" dirty="0">
                <a:solidFill>
                  <a:schemeClr val="bg1"/>
                </a:solidFill>
              </a:rPr>
              <a:t>No se realiza compra ni pago dentro dela plataforma.</a:t>
            </a:r>
          </a:p>
          <a:p>
            <a:pPr algn="just"/>
            <a:r>
              <a:rPr lang="es-CL" sz="2900" dirty="0">
                <a:solidFill>
                  <a:schemeClr val="bg1"/>
                </a:solidFill>
              </a:rPr>
              <a:t>La búsqueda depende de la disponibilidad de Tavily.</a:t>
            </a:r>
          </a:p>
          <a:p>
            <a:pPr algn="just"/>
            <a:r>
              <a:rPr lang="es-CL" sz="2900" dirty="0">
                <a:solidFill>
                  <a:schemeClr val="bg1"/>
                </a:solidFill>
              </a:rPr>
              <a:t>Ollama requiere recursos locales y puede demorar según el equipo.</a:t>
            </a:r>
          </a:p>
          <a:p>
            <a:pPr algn="just"/>
            <a:r>
              <a:rPr lang="es-CL" sz="2900" dirty="0">
                <a:solidFill>
                  <a:schemeClr val="bg1"/>
                </a:solidFill>
              </a:rPr>
              <a:t>No se incluye cálculo de traslados locales.</a:t>
            </a:r>
          </a:p>
        </p:txBody>
      </p:sp>
    </p:spTree>
    <p:extLst>
      <p:ext uri="{BB962C8B-B14F-4D97-AF65-F5344CB8AC3E}">
        <p14:creationId xmlns:p14="http://schemas.microsoft.com/office/powerpoint/2010/main" val="283318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52359"/>
            <a:ext cx="10971372" cy="1170252"/>
          </a:xfrm>
        </p:spPr>
        <p:txBody>
          <a:bodyPr>
            <a:normAutofit/>
          </a:bodyPr>
          <a:lstStyle/>
          <a:p>
            <a:r>
              <a:rPr lang="es-CL" sz="5200" b="1" dirty="0">
                <a:solidFill>
                  <a:schemeClr val="bg1"/>
                </a:solidFill>
              </a:rPr>
              <a:t>METODOLOGÍA DE TRABAJO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609521" y="6046304"/>
            <a:ext cx="10971372" cy="488048"/>
          </a:xfrm>
          <a:prstGeom prst="rect">
            <a:avLst/>
          </a:prstGeom>
        </p:spPr>
        <p:txBody>
          <a:bodyPr vert="horz" lIns="119091" tIns="59546" rIns="119091" bIns="59546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 sz="2100" dirty="0">
                <a:solidFill>
                  <a:srgbClr val="0F2239"/>
                </a:solidFill>
              </a:rPr>
              <a:t>Metodología ágil basada en ciclos cortos de construcción, prueba y ajuste del producto.</a:t>
            </a:r>
          </a:p>
        </p:txBody>
      </p:sp>
      <p:graphicFrame>
        <p:nvGraphicFramePr>
          <p:cNvPr id="5" name="4 Diagrama"/>
          <p:cNvGraphicFramePr/>
          <p:nvPr>
            <p:extLst>
              <p:ext uri="{D42A27DB-BD31-4B8C-83A1-F6EECF244321}">
                <p14:modId xmlns:p14="http://schemas.microsoft.com/office/powerpoint/2010/main" val="3698983568"/>
              </p:ext>
            </p:extLst>
          </p:nvPr>
        </p:nvGraphicFramePr>
        <p:xfrm>
          <a:off x="998936" y="1430307"/>
          <a:ext cx="9786193" cy="4746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6781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886922"/>
            <a:ext cx="10971372" cy="1170252"/>
          </a:xfrm>
        </p:spPr>
        <p:txBody>
          <a:bodyPr>
            <a:noAutofit/>
          </a:bodyPr>
          <a:lstStyle/>
          <a:p>
            <a:r>
              <a:rPr lang="es-CL" sz="5200" b="1" dirty="0">
                <a:solidFill>
                  <a:schemeClr val="bg1"/>
                </a:solidFill>
              </a:rPr>
              <a:t>CRONOGRAMA PARA EL DESARROLLO DEL PROYECTO</a:t>
            </a:r>
            <a:endParaRPr lang="es-CL" b="1" dirty="0">
              <a:solidFill>
                <a:schemeClr val="bg1"/>
              </a:solidFill>
            </a:endParaRPr>
          </a:p>
        </p:txBody>
      </p:sp>
      <p:sp>
        <p:nvSpPr>
          <p:cNvPr id="22" name="Text 15"/>
          <p:cNvSpPr/>
          <p:nvPr/>
        </p:nvSpPr>
        <p:spPr>
          <a:xfrm>
            <a:off x="831164" y="5994122"/>
            <a:ext cx="6095207" cy="23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111111"/>
                </a:solidFill>
              </a:rPr>
              <a:t>Cumplimiento al término del proyecto</a:t>
            </a:r>
            <a:endParaRPr lang="en-US" sz="1800" dirty="0"/>
          </a:p>
        </p:txBody>
      </p:sp>
      <p:sp>
        <p:nvSpPr>
          <p:cNvPr id="23" name="Shape 16"/>
          <p:cNvSpPr/>
          <p:nvPr/>
        </p:nvSpPr>
        <p:spPr>
          <a:xfrm>
            <a:off x="831167" y="6319972"/>
            <a:ext cx="10528084" cy="262136"/>
          </a:xfrm>
          <a:prstGeom prst="roundRect">
            <a:avLst/>
          </a:prstGeom>
          <a:solidFill>
            <a:srgbClr val="2EB67D"/>
          </a:solidFill>
          <a:ln w="12700">
            <a:solidFill>
              <a:srgbClr val="2EB67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17"/>
          <p:cNvSpPr/>
          <p:nvPr/>
        </p:nvSpPr>
        <p:spPr>
          <a:xfrm>
            <a:off x="2803795" y="6334014"/>
            <a:ext cx="6582823" cy="234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100% de funcionalidades planificadas para la presentación final</a:t>
            </a:r>
            <a:endParaRPr lang="en-US" sz="1400" dirty="0"/>
          </a:p>
        </p:txBody>
      </p:sp>
      <p:sp>
        <p:nvSpPr>
          <p:cNvPr id="25" name="Text 3"/>
          <p:cNvSpPr/>
          <p:nvPr/>
        </p:nvSpPr>
        <p:spPr>
          <a:xfrm>
            <a:off x="609522" y="3080964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6" name="Text 4"/>
          <p:cNvSpPr/>
          <p:nvPr/>
        </p:nvSpPr>
        <p:spPr>
          <a:xfrm>
            <a:off x="609522" y="3374306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Definición y documentación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7" name="Text 5"/>
          <p:cNvSpPr/>
          <p:nvPr/>
        </p:nvSpPr>
        <p:spPr>
          <a:xfrm>
            <a:off x="2411070" y="3089021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 6"/>
          <p:cNvSpPr/>
          <p:nvPr/>
        </p:nvSpPr>
        <p:spPr>
          <a:xfrm>
            <a:off x="2411070" y="3374306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Diseño de interfaz y prototipo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9" name="Text 7"/>
          <p:cNvSpPr/>
          <p:nvPr/>
        </p:nvSpPr>
        <p:spPr>
          <a:xfrm>
            <a:off x="4188685" y="3089021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0" name="Text 8"/>
          <p:cNvSpPr/>
          <p:nvPr/>
        </p:nvSpPr>
        <p:spPr>
          <a:xfrm>
            <a:off x="4188685" y="3378379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Backend, MySQL y autenticación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1" name="Text 9"/>
          <p:cNvSpPr/>
          <p:nvPr/>
        </p:nvSpPr>
        <p:spPr>
          <a:xfrm>
            <a:off x="5973303" y="3089021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2" name="Text 10"/>
          <p:cNvSpPr/>
          <p:nvPr/>
        </p:nvSpPr>
        <p:spPr>
          <a:xfrm>
            <a:off x="5973303" y="3382449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Búsqueda web y motor local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3" name="Text 11"/>
          <p:cNvSpPr/>
          <p:nvPr/>
        </p:nvSpPr>
        <p:spPr>
          <a:xfrm>
            <a:off x="7791861" y="3098814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5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4" name="Text 12"/>
          <p:cNvSpPr/>
          <p:nvPr/>
        </p:nvSpPr>
        <p:spPr>
          <a:xfrm>
            <a:off x="7791861" y="3382449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Reservas, perfil y validaciones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35" name="Text 13"/>
          <p:cNvSpPr/>
          <p:nvPr/>
        </p:nvSpPr>
        <p:spPr>
          <a:xfrm>
            <a:off x="9589791" y="3080964"/>
            <a:ext cx="1652633" cy="241319"/>
          </a:xfrm>
          <a:prstGeom prst="rect">
            <a:avLst/>
          </a:prstGeom>
          <a:solidFill>
            <a:srgbClr val="0F2239"/>
          </a:solidFill>
          <a:ln>
            <a:solidFill>
              <a:srgbClr val="0F2239"/>
            </a:solidFill>
          </a:ln>
        </p:spPr>
        <p:txBody>
          <a:bodyPr wrap="square" lIns="331" tIns="331" rIns="331" bIns="331"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Etapa 6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36" name="Text 14"/>
          <p:cNvSpPr/>
          <p:nvPr/>
        </p:nvSpPr>
        <p:spPr>
          <a:xfrm>
            <a:off x="9589791" y="3403596"/>
            <a:ext cx="1652633" cy="1319705"/>
          </a:xfrm>
          <a:prstGeom prst="roundRect">
            <a:avLst/>
          </a:prstGeom>
          <a:solidFill>
            <a:srgbClr val="008080"/>
          </a:solidFill>
          <a:ln w="13970">
            <a:solidFill>
              <a:srgbClr val="0F2239"/>
            </a:solidFill>
          </a:ln>
        </p:spPr>
        <p:txBody>
          <a:bodyPr wrap="square" lIns="1985" tIns="1985" rIns="1985" bIns="1985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Pruebas, ajustes y entrega final</a:t>
            </a:r>
            <a:endParaRPr lang="en-US" sz="1400" b="1" dirty="0">
              <a:solidFill>
                <a:schemeClr val="bg1"/>
              </a:solidFill>
            </a:endParaRPr>
          </a:p>
          <a:p>
            <a:pPr algn="ctr"/>
            <a:endParaRPr lang="en-US" sz="1400" b="1" dirty="0">
              <a:solidFill>
                <a:schemeClr val="bg1"/>
              </a:solidFill>
            </a:endParaRPr>
          </a:p>
          <a:p>
            <a:pPr algn="ctr"/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Completado</a:t>
            </a:r>
            <a:endParaRPr lang="en-US" sz="1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4913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571342" y="552359"/>
            <a:ext cx="10971372" cy="1170252"/>
          </a:xfrm>
        </p:spPr>
        <p:txBody>
          <a:bodyPr>
            <a:normAutofit/>
          </a:bodyPr>
          <a:lstStyle/>
          <a:p>
            <a:r>
              <a:rPr lang="es-CL" sz="5200" b="1" dirty="0">
                <a:solidFill>
                  <a:schemeClr val="bg1"/>
                </a:solidFill>
              </a:rPr>
              <a:t>ARQUITECTURA DEL SOFTWARE</a:t>
            </a:r>
          </a:p>
        </p:txBody>
      </p:sp>
      <p:sp>
        <p:nvSpPr>
          <p:cNvPr id="20" name="Shape 3"/>
          <p:cNvSpPr/>
          <p:nvPr/>
        </p:nvSpPr>
        <p:spPr>
          <a:xfrm>
            <a:off x="2396953" y="3582974"/>
            <a:ext cx="871870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4"/>
          <p:cNvSpPr/>
          <p:nvPr/>
        </p:nvSpPr>
        <p:spPr>
          <a:xfrm>
            <a:off x="5418727" y="2668574"/>
            <a:ext cx="959056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5"/>
          <p:cNvSpPr/>
          <p:nvPr/>
        </p:nvSpPr>
        <p:spPr>
          <a:xfrm>
            <a:off x="5418727" y="3582974"/>
            <a:ext cx="959056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6"/>
          <p:cNvSpPr/>
          <p:nvPr/>
        </p:nvSpPr>
        <p:spPr>
          <a:xfrm>
            <a:off x="5418727" y="4497374"/>
            <a:ext cx="959056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7"/>
          <p:cNvSpPr/>
          <p:nvPr/>
        </p:nvSpPr>
        <p:spPr>
          <a:xfrm>
            <a:off x="8510673" y="2668574"/>
            <a:ext cx="610309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8"/>
          <p:cNvSpPr/>
          <p:nvPr/>
        </p:nvSpPr>
        <p:spPr>
          <a:xfrm>
            <a:off x="8510673" y="3582974"/>
            <a:ext cx="610309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9"/>
          <p:cNvSpPr/>
          <p:nvPr/>
        </p:nvSpPr>
        <p:spPr>
          <a:xfrm>
            <a:off x="8510673" y="4497374"/>
            <a:ext cx="610309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Text 10"/>
          <p:cNvSpPr/>
          <p:nvPr/>
        </p:nvSpPr>
        <p:spPr>
          <a:xfrm>
            <a:off x="571342" y="3034333"/>
            <a:ext cx="1874521" cy="1207971"/>
          </a:xfrm>
          <a:prstGeom prst="roundRect">
            <a:avLst/>
          </a:prstGeom>
          <a:solidFill>
            <a:srgbClr val="00CDC8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Frontend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HTML + CSS + JS</a:t>
            </a:r>
          </a:p>
        </p:txBody>
      </p:sp>
      <p:sp>
        <p:nvSpPr>
          <p:cNvPr id="28" name="Text 11"/>
          <p:cNvSpPr/>
          <p:nvPr/>
        </p:nvSpPr>
        <p:spPr>
          <a:xfrm>
            <a:off x="3366641" y="2485693"/>
            <a:ext cx="2005302" cy="2464261"/>
          </a:xfrm>
          <a:prstGeom prst="roundRect">
            <a:avLst/>
          </a:prstGeom>
          <a:solidFill>
            <a:srgbClr val="00CDC8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Backend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Node.js + Express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API REST</a:t>
            </a:r>
          </a:p>
        </p:txBody>
      </p:sp>
      <p:sp>
        <p:nvSpPr>
          <p:cNvPr id="29" name="Text 12"/>
          <p:cNvSpPr/>
          <p:nvPr/>
        </p:nvSpPr>
        <p:spPr>
          <a:xfrm>
            <a:off x="6475601" y="2275381"/>
            <a:ext cx="2005302" cy="821421"/>
          </a:xfrm>
          <a:prstGeom prst="roundRect">
            <a:avLst/>
          </a:prstGeom>
          <a:solidFill>
            <a:srgbClr val="00CDC8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Tavily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Búsqueda web</a:t>
            </a:r>
          </a:p>
        </p:txBody>
      </p:sp>
      <p:sp>
        <p:nvSpPr>
          <p:cNvPr id="30" name="Text 13"/>
          <p:cNvSpPr/>
          <p:nvPr/>
        </p:nvSpPr>
        <p:spPr>
          <a:xfrm>
            <a:off x="6475601" y="3189781"/>
            <a:ext cx="2005302" cy="821421"/>
          </a:xfrm>
          <a:prstGeom prst="roundRect">
            <a:avLst/>
          </a:prstGeom>
          <a:solidFill>
            <a:srgbClr val="00CDC8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Ollama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Análisis local</a:t>
            </a:r>
          </a:p>
        </p:txBody>
      </p:sp>
      <p:sp>
        <p:nvSpPr>
          <p:cNvPr id="31" name="Text 14"/>
          <p:cNvSpPr/>
          <p:nvPr/>
        </p:nvSpPr>
        <p:spPr>
          <a:xfrm>
            <a:off x="6475601" y="4104181"/>
            <a:ext cx="2005302" cy="821421"/>
          </a:xfrm>
          <a:prstGeom prst="roundRect">
            <a:avLst/>
          </a:prstGeom>
          <a:solidFill>
            <a:srgbClr val="00CDC8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MySQL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rgbClr val="0F2239"/>
                </a:solidFill>
                <a:ea typeface="Calibri" pitchFamily="34" charset="0"/>
                <a:cs typeface="Calibri" pitchFamily="34" charset="0"/>
              </a:rPr>
              <a:t>Usuarios, fuentes y reservas</a:t>
            </a:r>
          </a:p>
        </p:txBody>
      </p:sp>
      <p:sp>
        <p:nvSpPr>
          <p:cNvPr id="32" name="Text 15"/>
          <p:cNvSpPr/>
          <p:nvPr/>
        </p:nvSpPr>
        <p:spPr>
          <a:xfrm>
            <a:off x="9206042" y="2070101"/>
            <a:ext cx="2166678" cy="297909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Calibri" pitchFamily="34" charset="0"/>
              </a:rPr>
              <a:t>Resultados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Calibri" pitchFamily="34" charset="0"/>
              </a:rPr>
              <a:t>Vuelos + alojamientos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ea typeface="Calibri" pitchFamily="34" charset="0"/>
                <a:cs typeface="Calibri" pitchFamily="34" charset="0"/>
              </a:rPr>
              <a:t>Mejor opción</a:t>
            </a:r>
          </a:p>
        </p:txBody>
      </p:sp>
    </p:spTree>
    <p:extLst>
      <p:ext uri="{BB962C8B-B14F-4D97-AF65-F5344CB8AC3E}">
        <p14:creationId xmlns:p14="http://schemas.microsoft.com/office/powerpoint/2010/main" val="24786265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75636"/>
            <a:ext cx="10971372" cy="1170252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MODELO DE DATOS</a:t>
            </a:r>
          </a:p>
        </p:txBody>
      </p:sp>
      <p:sp>
        <p:nvSpPr>
          <p:cNvPr id="4" name="Shape 2"/>
          <p:cNvSpPr/>
          <p:nvPr/>
        </p:nvSpPr>
        <p:spPr>
          <a:xfrm>
            <a:off x="3084767" y="2926080"/>
            <a:ext cx="1005840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59487" y="2926080"/>
            <a:ext cx="1005840" cy="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611807" y="4076700"/>
            <a:ext cx="0" cy="726440"/>
          </a:xfrm>
          <a:prstGeom prst="line">
            <a:avLst/>
          </a:prstGeom>
          <a:noFill/>
          <a:ln w="27940">
            <a:solidFill>
              <a:schemeClr val="bg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27367" y="2057400"/>
            <a:ext cx="2057400" cy="1828800"/>
          </a:xfrm>
          <a:prstGeom prst="roundRect">
            <a:avLst/>
          </a:prstGeom>
          <a:solidFill>
            <a:srgbClr val="0F2239"/>
          </a:solidFill>
          <a:ln w="13970">
            <a:solidFill>
              <a:schemeClr val="bg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usuarios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PK id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nombre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email UNIQUE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8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password_hash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090607" y="1737360"/>
            <a:ext cx="2468880" cy="2514600"/>
          </a:xfrm>
          <a:prstGeom prst="roundRect">
            <a:avLst/>
          </a:prstGeom>
          <a:solidFill>
            <a:srgbClr val="0F2239"/>
          </a:solidFill>
          <a:ln w="13970">
            <a:solidFill>
              <a:schemeClr val="bg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viajes_web_guardados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PK id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FK usuario_id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origen / destino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proveedor_vuelo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alojamiento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total_estimado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estado / notas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7565327" y="1783080"/>
            <a:ext cx="2103120" cy="2240280"/>
          </a:xfrm>
          <a:prstGeom prst="roundRect">
            <a:avLst/>
          </a:prstGeom>
          <a:solidFill>
            <a:srgbClr val="0F2239"/>
          </a:solidFill>
          <a:ln w="13970">
            <a:solidFill>
              <a:schemeClr val="bg1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fuentes_web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PK id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título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url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dominio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tipo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 algn="l">
              <a:buNone/>
            </a:pPr>
            <a:r>
              <a:rPr lang="en-US" sz="16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consulta_usuario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089820" y="4803140"/>
            <a:ext cx="6795833" cy="822960"/>
          </a:xfrm>
          <a:prstGeom prst="roundRect">
            <a:avLst/>
          </a:prstGeom>
          <a:solidFill>
            <a:srgbClr val="0F2239"/>
          </a:solidFill>
          <a:ln w="13970">
            <a:solidFill>
              <a:schemeClr val="bg1"/>
            </a:solidFill>
          </a:ln>
        </p:spPr>
        <p:txBody>
          <a:bodyPr wrap="square" lIns="1524" tIns="1524" rIns="1524" bIns="1524" rtlCol="0" anchor="ctr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La base de datos no se utiliza para buscar ofertas; guarda usuarios, fuentes consultadas y reservas seleccionadas.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30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52359"/>
            <a:ext cx="10971372" cy="1170252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TECNOLOGÍAS UTILIZADAS</a:t>
            </a:r>
          </a:p>
        </p:txBody>
      </p:sp>
      <p:sp>
        <p:nvSpPr>
          <p:cNvPr id="5" name="Text 2"/>
          <p:cNvSpPr/>
          <p:nvPr/>
        </p:nvSpPr>
        <p:spPr>
          <a:xfrm>
            <a:off x="960120" y="169164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Frontend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HTML5, CSS3, JavaScript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446520" y="169164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Backend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Node.js, Express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60120" y="269748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Base de datos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MySQL puerto 3307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6446520" y="269748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Búsqueda web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Tavily API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960120" y="370332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Análisis local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Ollama + modelo Qwen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446520" y="370332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Seguridad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JWT, bcrypt, validaciones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960120" y="470916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Control de versiones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Git y GitHub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3" name="Text 9"/>
          <p:cNvSpPr/>
          <p:nvPr/>
        </p:nvSpPr>
        <p:spPr>
          <a:xfrm>
            <a:off x="6446520" y="4709160"/>
            <a:ext cx="4800600" cy="713232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08080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Documentación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README, informe, cronograma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2311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52359"/>
            <a:ext cx="10971372" cy="1170252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DEMOSTRACIÓN RESULTADO DEL PROYECTO</a:t>
            </a:r>
          </a:p>
        </p:txBody>
      </p:sp>
      <p:sp>
        <p:nvSpPr>
          <p:cNvPr id="6" name="Text 3"/>
          <p:cNvSpPr/>
          <p:nvPr/>
        </p:nvSpPr>
        <p:spPr>
          <a:xfrm>
            <a:off x="982980" y="5317353"/>
            <a:ext cx="4617720" cy="283464"/>
          </a:xfrm>
          <a:prstGeom prst="roundRect">
            <a:avLst/>
          </a:prstGeom>
          <a:solidFill>
            <a:srgbClr val="56E0C9"/>
          </a:solidFill>
          <a:ln>
            <a:solidFill>
              <a:srgbClr val="56E0C9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1. Registro e inicio de sesión</a:t>
            </a:r>
            <a:endParaRPr lang="en-US" sz="1400" dirty="0">
              <a:solidFill>
                <a:srgbClr val="0F2239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537960" y="5317353"/>
            <a:ext cx="4617720" cy="283464"/>
          </a:xfrm>
          <a:prstGeom prst="roundRect">
            <a:avLst/>
          </a:prstGeom>
          <a:solidFill>
            <a:srgbClr val="00CDC8"/>
          </a:solidFill>
          <a:ln>
            <a:solidFill>
              <a:srgbClr val="00CDC8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2. Búsqueda con presupuesto máximo</a:t>
            </a:r>
            <a:endParaRPr lang="en-US" sz="1400" dirty="0">
              <a:solidFill>
                <a:srgbClr val="0F2239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982980" y="5747121"/>
            <a:ext cx="4617720" cy="283464"/>
          </a:xfrm>
          <a:prstGeom prst="roundRect">
            <a:avLst/>
          </a:prstGeom>
          <a:solidFill>
            <a:srgbClr val="008080"/>
          </a:solidFill>
          <a:ln>
            <a:solidFill>
              <a:srgbClr val="07376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3. Revisión de vuelos y alojamientos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6537960" y="5730909"/>
            <a:ext cx="461772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07376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4. Guardar y administrar reservas</a:t>
            </a:r>
            <a:endParaRPr lang="en-US" sz="14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D1704C-7520-69D1-E8EF-35721D368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432" y="1555806"/>
            <a:ext cx="4746816" cy="34583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C8F8EA7-B25F-FB8D-3B24-E4C46D7379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0994" y="1555806"/>
            <a:ext cx="4830988" cy="345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9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609521" y="552359"/>
            <a:ext cx="10971372" cy="1170252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RESULTADOS OBTENIDOS</a:t>
            </a:r>
          </a:p>
        </p:txBody>
      </p:sp>
      <p:sp>
        <p:nvSpPr>
          <p:cNvPr id="6" name="Text 2"/>
          <p:cNvSpPr/>
          <p:nvPr/>
        </p:nvSpPr>
        <p:spPr>
          <a:xfrm>
            <a:off x="868680" y="23774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Producto funcional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Búsqueda web, resultados, fuentes y reservas operativas.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Text 3"/>
          <p:cNvSpPr/>
          <p:nvPr/>
        </p:nvSpPr>
        <p:spPr>
          <a:xfrm>
            <a:off x="4617720" y="23774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Presupuesto estricto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Las opciones sobre el monto indicado se descartan.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366760" y="23774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Gestión de usuarios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Registro, login, edición de perfil y cambio de clave.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0" name="Text 5"/>
          <p:cNvSpPr/>
          <p:nvPr/>
        </p:nvSpPr>
        <p:spPr>
          <a:xfrm>
            <a:off x="868680" y="42062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Interfaz profesional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Diseño con marca Flyandlodget y enfoque comercial.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Text 6"/>
          <p:cNvSpPr/>
          <p:nvPr/>
        </p:nvSpPr>
        <p:spPr>
          <a:xfrm>
            <a:off x="4617720" y="42062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Datos persistentes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MySQL almacena usuarios, fuentes y reservas guardadas.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2" name="Text 7"/>
          <p:cNvSpPr/>
          <p:nvPr/>
        </p:nvSpPr>
        <p:spPr>
          <a:xfrm>
            <a:off x="8366760" y="4206240"/>
            <a:ext cx="3291840" cy="1234440"/>
          </a:xfrm>
          <a:prstGeom prst="roundRect">
            <a:avLst/>
          </a:prstGeom>
          <a:solidFill>
            <a:srgbClr val="0F2239"/>
          </a:solidFill>
          <a:ln w="13970">
            <a:solidFill>
              <a:srgbClr val="0F2239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Documentación</a:t>
            </a:r>
            <a:endParaRPr lang="en-US" sz="16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README, gestión del proyecto y presentación final.</a:t>
            </a:r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352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55519"/>
            <a:ext cx="10971372" cy="1170252"/>
          </a:xfrm>
        </p:spPr>
        <p:txBody>
          <a:bodyPr>
            <a:normAutofit fontScale="90000"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OBSTÁCULOS PRESENTADOS DURANTE EL DESARROLLO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2078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508760" y="1818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Restricciones de API</a:t>
            </a:r>
            <a:endParaRPr lang="en-US" sz="2000" dirty="0">
              <a:solidFill>
                <a:srgbClr val="0F2239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Se reemplazó Gemini/OpenAI por una alternativa gratuita basada en Tavily + Ollama.</a:t>
            </a:r>
            <a:endParaRPr lang="en-US" sz="2000" dirty="0">
              <a:solidFill>
                <a:srgbClr val="0F223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221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2961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Rendimiento local</a:t>
            </a:r>
            <a:endParaRPr lang="en-US" sz="2000" dirty="0">
              <a:solidFill>
                <a:srgbClr val="0F2239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Se ajustaron tiempos de espera, tamaño de contexto y fallback de resultados.</a:t>
            </a:r>
            <a:endParaRPr lang="en-US" sz="2000" dirty="0">
              <a:solidFill>
                <a:srgbClr val="0F223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364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60" y="4104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Consistencia de presupuesto</a:t>
            </a:r>
            <a:endParaRPr lang="en-US" sz="2000" dirty="0">
              <a:solidFill>
                <a:srgbClr val="0F2239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Se reforzó el filtro para impedir opciones sobre el límite.</a:t>
            </a:r>
            <a:endParaRPr lang="en-US" sz="2000" dirty="0">
              <a:solidFill>
                <a:srgbClr val="0F2239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5507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508760" y="5247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Validaciones y seguridad</a:t>
            </a:r>
            <a:endParaRPr lang="en-US" sz="2000" dirty="0">
              <a:solidFill>
                <a:srgbClr val="0F2239"/>
              </a:solidFill>
            </a:endParaRP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Se implementaron reglas de correo, contraseña, duplicados y edición de perfil.</a:t>
            </a:r>
            <a:endParaRPr lang="en-US" sz="2000" dirty="0">
              <a:solidFill>
                <a:srgbClr val="0F22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814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521" y="555519"/>
            <a:ext cx="10971372" cy="1170252"/>
          </a:xfrm>
        </p:spPr>
        <p:txBody>
          <a:bodyPr>
            <a:normAutofit/>
          </a:bodyPr>
          <a:lstStyle/>
          <a:p>
            <a:r>
              <a:rPr lang="es-CL" sz="4000" b="1" dirty="0">
                <a:solidFill>
                  <a:schemeClr val="bg1"/>
                </a:solidFill>
              </a:rPr>
              <a:t>PROYECCIONES A FUTURO</a:t>
            </a:r>
          </a:p>
        </p:txBody>
      </p:sp>
      <p:sp>
        <p:nvSpPr>
          <p:cNvPr id="4" name="Text 2"/>
          <p:cNvSpPr/>
          <p:nvPr/>
        </p:nvSpPr>
        <p:spPr>
          <a:xfrm>
            <a:off x="731520" y="2078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508760" y="1818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Integración de pagos.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cs typeface="Arial" pitchFamily="34" charset="-120"/>
              </a:rPr>
              <a:t>Pasar de cotizaciones referenciales a la compra directa de pasajes y arriendo de alojamiento dentro del servicio web integrando pasarelas de pago y APIs operativas.</a:t>
            </a:r>
            <a:endParaRPr lang="en-US" sz="2000" dirty="0">
              <a:solidFill>
                <a:srgbClr val="0F2239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3221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1508760" y="2961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Motor de IA en la nube.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cs typeface="Arial" pitchFamily="34" charset="-120"/>
              </a:rPr>
              <a:t>Migrar Ollama local a servidores optimizados en la nube para procesar múltiples consultas simultáneas de forma rápida.</a:t>
            </a:r>
            <a:endParaRPr lang="en-US" sz="2000" dirty="0">
              <a:solidFill>
                <a:srgbClr val="0F2239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364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1508760" y="4104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239"/>
                </a:solidFill>
              </a:rPr>
              <a:t>Itinerario todo en uno.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</a:rPr>
              <a:t>Ampliar el algoritmo para incluir traslados locales, arriendo de autos y actividades en el destino bajo el mismo presupuesto.</a:t>
            </a:r>
          </a:p>
        </p:txBody>
      </p:sp>
      <p:sp>
        <p:nvSpPr>
          <p:cNvPr id="11" name="Text 8"/>
          <p:cNvSpPr/>
          <p:nvPr/>
        </p:nvSpPr>
        <p:spPr>
          <a:xfrm>
            <a:off x="731520" y="5507736"/>
            <a:ext cx="594360" cy="283464"/>
          </a:xfrm>
          <a:prstGeom prst="roundRect">
            <a:avLst/>
          </a:prstGeom>
          <a:solidFill>
            <a:srgbClr val="0F2239"/>
          </a:solidFill>
          <a:ln>
            <a:solidFill>
              <a:srgbClr val="F5A623">
                <a:alpha val="0"/>
              </a:srgbClr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04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1508760" y="5247132"/>
            <a:ext cx="9464040" cy="804672"/>
          </a:xfrm>
          <a:prstGeom prst="roundRect">
            <a:avLst/>
          </a:prstGeom>
          <a:solidFill>
            <a:srgbClr val="56E0C9"/>
          </a:solidFill>
          <a:ln w="13970">
            <a:solidFill>
              <a:srgbClr val="B9D0F5"/>
            </a:solidFill>
          </a:ln>
        </p:spPr>
        <p:txBody>
          <a:bodyPr wrap="square" lIns="1524" tIns="1524" rIns="1524" bIns="1524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2239"/>
                </a:solidFill>
                <a:ea typeface="Arial" pitchFamily="34" charset="-122"/>
                <a:cs typeface="Arial" pitchFamily="34" charset="-120"/>
              </a:rPr>
              <a:t>Alertas inteligentes.</a:t>
            </a:r>
          </a:p>
          <a:p>
            <a:pPr marL="0" indent="0" algn="l">
              <a:buNone/>
            </a:pPr>
            <a:r>
              <a:rPr lang="en-US" sz="2000" dirty="0">
                <a:solidFill>
                  <a:srgbClr val="0F2239"/>
                </a:solidFill>
                <a:cs typeface="Arial" pitchFamily="34" charset="-120"/>
              </a:rPr>
              <a:t>Crear un sistema proactivo que monitoree precios de fondo y avise al usuario cuando un viaje baje su presupuesto máximo.</a:t>
            </a:r>
            <a:endParaRPr lang="en-US" sz="2000" dirty="0">
              <a:solidFill>
                <a:srgbClr val="0F223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039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0" descr="/mnt/data/template_unzip/ppt/media/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241" y="234051"/>
            <a:ext cx="3291412" cy="636617"/>
          </a:xfrm>
          <a:prstGeom prst="rect">
            <a:avLst/>
          </a:prstGeom>
          <a:solidFill>
            <a:srgbClr val="0F2239"/>
          </a:solidFill>
          <a:effectLst>
            <a:glow rad="127000">
              <a:schemeClr val="accent1">
                <a:alpha val="0"/>
              </a:schemeClr>
            </a:glow>
            <a:outerShdw blurRad="50800" dist="50800" dir="5400000" algn="ctr" rotWithShape="0">
              <a:srgbClr val="000000">
                <a:alpha val="0"/>
              </a:srgbClr>
            </a:outerShdw>
            <a:reflection stA="0" endPos="65000" dist="50800" dir="5400000" sy="-100000" algn="bl" rotWithShape="0"/>
          </a:effectLst>
        </p:spPr>
      </p:pic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2960" y="1440062"/>
            <a:ext cx="10361851" cy="1535955"/>
          </a:xfrm>
        </p:spPr>
        <p:txBody>
          <a:bodyPr anchor="ctr">
            <a:normAutofit/>
          </a:bodyPr>
          <a:lstStyle/>
          <a:p>
            <a:pPr algn="ctr"/>
            <a:r>
              <a:rPr lang="es-CL" sz="4000" b="1" dirty="0">
                <a:solidFill>
                  <a:schemeClr val="bg1"/>
                </a:solidFill>
                <a:latin typeface="+mj-lt"/>
              </a:rPr>
              <a:t>PREGUNTAS DE LA COMISIÓN</a:t>
            </a:r>
          </a:p>
        </p:txBody>
      </p:sp>
      <p:pic>
        <p:nvPicPr>
          <p:cNvPr id="5" name="Image 1" descr="/mnt/data/proy_v18/proyecto-viajes/Producto/frontend/assets/flyandlodget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379" y="2976017"/>
            <a:ext cx="3107759" cy="3263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82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957</Words>
  <Application>Microsoft Office PowerPoint</Application>
  <PresentationFormat>Personalizado</PresentationFormat>
  <Paragraphs>206</Paragraphs>
  <Slides>17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Proyecto ‘‘Flyandlodget’’</vt:lpstr>
      <vt:lpstr>INTEGRANTES DEL PROYECTO</vt:lpstr>
      <vt:lpstr>OPORTUNIDAD</vt:lpstr>
      <vt:lpstr>IDEA PROPUESTA</vt:lpstr>
      <vt:lpstr>OBJETIVO GENERAL</vt:lpstr>
      <vt:lpstr>OBJETIVOS ESPECÍFICOS</vt:lpstr>
      <vt:lpstr>ALCANCES Y LIMITACIONES</vt:lpstr>
      <vt:lpstr>METODOLOGÍA DE TRABAJO</vt:lpstr>
      <vt:lpstr>CRONOGRAMA PARA EL DESARROLLO DEL PROYECTO</vt:lpstr>
      <vt:lpstr>ARQUITECTURA DEL SOFTWARE</vt:lpstr>
      <vt:lpstr>MODELO DE DATOS</vt:lpstr>
      <vt:lpstr>TECNOLOGÍAS UTILIZADAS</vt:lpstr>
      <vt:lpstr>DEMOSTRACIÓN RESULTADO DEL PROYECTO</vt:lpstr>
      <vt:lpstr>RESULTADOS OBTENIDOS</vt:lpstr>
      <vt:lpstr>OBSTÁCULOS PRESENTADOS DURANTE EL DESARROLLO</vt:lpstr>
      <vt:lpstr>PROYECCIONES A FUTURO</vt:lpstr>
      <vt:lpstr>Presentación de PowerPoint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Javiera Apablaza L</dc:creator>
  <dc:description>generated using python-pptx</dc:description>
  <cp:lastModifiedBy>Javier Aliaga</cp:lastModifiedBy>
  <cp:revision>38</cp:revision>
  <dcterms:created xsi:type="dcterms:W3CDTF">2013-01-27T09:14:16Z</dcterms:created>
  <dcterms:modified xsi:type="dcterms:W3CDTF">2026-06-30T21:17:24Z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1736b74-315c-4bbe-8a1d-da50c47f75bf_Enabled">
    <vt:lpwstr>true</vt:lpwstr>
  </property>
  <property fmtid="{D5CDD505-2E9C-101B-9397-08002B2CF9AE}" pid="3" name="MSIP_Label_61736b74-315c-4bbe-8a1d-da50c47f75bf_SetDate">
    <vt:lpwstr>2026-06-18T21:55:31Z</vt:lpwstr>
  </property>
  <property fmtid="{D5CDD505-2E9C-101B-9397-08002B2CF9AE}" pid="4" name="MSIP_Label_61736b74-315c-4bbe-8a1d-da50c47f75bf_Method">
    <vt:lpwstr>Standard</vt:lpwstr>
  </property>
  <property fmtid="{D5CDD505-2E9C-101B-9397-08002B2CF9AE}" pid="5" name="MSIP_Label_61736b74-315c-4bbe-8a1d-da50c47f75bf_Name">
    <vt:lpwstr>Interna</vt:lpwstr>
  </property>
  <property fmtid="{D5CDD505-2E9C-101B-9397-08002B2CF9AE}" pid="6" name="MSIP_Label_61736b74-315c-4bbe-8a1d-da50c47f75bf_SiteId">
    <vt:lpwstr>9309cd27-ede3-40b6-8dc4-2c6df909a0e5</vt:lpwstr>
  </property>
  <property fmtid="{D5CDD505-2E9C-101B-9397-08002B2CF9AE}" pid="7" name="MSIP_Label_61736b74-315c-4bbe-8a1d-da50c47f75bf_ActionId">
    <vt:lpwstr>1d5119a3-f576-4649-927a-09957e8365bf</vt:lpwstr>
  </property>
  <property fmtid="{D5CDD505-2E9C-101B-9397-08002B2CF9AE}" pid="8" name="MSIP_Label_61736b74-315c-4bbe-8a1d-da50c47f75bf_ContentBits">
    <vt:lpwstr>0</vt:lpwstr>
  </property>
  <property fmtid="{D5CDD505-2E9C-101B-9397-08002B2CF9AE}" pid="9" name="MSIP_Label_61736b74-315c-4bbe-8a1d-da50c47f75bf_Tag">
    <vt:lpwstr>10, 3, 0, 1</vt:lpwstr>
  </property>
</Properties>
</file>